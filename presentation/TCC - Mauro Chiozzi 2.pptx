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  <p:sldMasterId id="2147483660" r:id="rId5"/>
  </p:sldMasterIdLst>
  <p:handoutMasterIdLst>
    <p:handoutMasterId r:id="rId42"/>
  </p:handoutMasterIdLst>
  <p:sldIdLst>
    <p:sldId id="256" r:id="rId6"/>
    <p:sldId id="258" r:id="rId7"/>
    <p:sldId id="262" r:id="rId8"/>
    <p:sldId id="264" r:id="rId9"/>
    <p:sldId id="263" r:id="rId10"/>
    <p:sldId id="265" r:id="rId11"/>
    <p:sldId id="259" r:id="rId12"/>
    <p:sldId id="285" r:id="rId13"/>
    <p:sldId id="290" r:id="rId14"/>
    <p:sldId id="272" r:id="rId15"/>
    <p:sldId id="293" r:id="rId16"/>
    <p:sldId id="275" r:id="rId17"/>
    <p:sldId id="273" r:id="rId18"/>
    <p:sldId id="286" r:id="rId19"/>
    <p:sldId id="260" r:id="rId20"/>
    <p:sldId id="277" r:id="rId21"/>
    <p:sldId id="318" r:id="rId22"/>
    <p:sldId id="298" r:id="rId23"/>
    <p:sldId id="300" r:id="rId24"/>
    <p:sldId id="308" r:id="rId25"/>
    <p:sldId id="305" r:id="rId26"/>
    <p:sldId id="301" r:id="rId27"/>
    <p:sldId id="314" r:id="rId28"/>
    <p:sldId id="315" r:id="rId29"/>
    <p:sldId id="316" r:id="rId30"/>
    <p:sldId id="280" r:id="rId31"/>
    <p:sldId id="276" r:id="rId32"/>
    <p:sldId id="310" r:id="rId33"/>
    <p:sldId id="281" r:id="rId34"/>
    <p:sldId id="294" r:id="rId35"/>
    <p:sldId id="303" r:id="rId36"/>
    <p:sldId id="296" r:id="rId37"/>
    <p:sldId id="287" r:id="rId38"/>
    <p:sldId id="283" r:id="rId39"/>
    <p:sldId id="311" r:id="rId40"/>
    <p:sldId id="317" r:id="rId41"/>
  </p:sldIdLst>
  <p:sldSz cx="12192000" cy="6858000"/>
  <p:notesSz cx="6858000" cy="9144000"/>
  <p:defaultTextStyle>
    <a:defPPr>
      <a:defRPr lang="pt-BR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D7D3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4A6DA96-FA8D-4D2A-99B4-71760E3EA52C}" v="471" dt="2026-07-08T15:44:49.014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21" autoAdjust="0"/>
    <p:restoredTop sz="94660"/>
  </p:normalViewPr>
  <p:slideViewPr>
    <p:cSldViewPr snapToGrid="0">
      <p:cViewPr varScale="1">
        <p:scale>
          <a:sx n="58" d="100"/>
          <a:sy n="58" d="100"/>
        </p:scale>
        <p:origin x="96" y="11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84" d="100"/>
          <a:sy n="84" d="100"/>
        </p:scale>
        <p:origin x="3912" y="96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8.xml"/><Relationship Id="rId18" Type="http://schemas.openxmlformats.org/officeDocument/2006/relationships/slide" Target="slides/slide13.xml"/><Relationship Id="rId26" Type="http://schemas.openxmlformats.org/officeDocument/2006/relationships/slide" Target="slides/slide21.xml"/><Relationship Id="rId39" Type="http://schemas.openxmlformats.org/officeDocument/2006/relationships/slide" Target="slides/slide34.xml"/><Relationship Id="rId21" Type="http://schemas.openxmlformats.org/officeDocument/2006/relationships/slide" Target="slides/slide16.xml"/><Relationship Id="rId34" Type="http://schemas.openxmlformats.org/officeDocument/2006/relationships/slide" Target="slides/slide29.xml"/><Relationship Id="rId42" Type="http://schemas.openxmlformats.org/officeDocument/2006/relationships/handoutMaster" Target="handoutMasters/handoutMaster1.xml"/><Relationship Id="rId47" Type="http://schemas.microsoft.com/office/2016/11/relationships/changesInfo" Target="changesInfos/changesInfo1.xml"/><Relationship Id="rId7" Type="http://schemas.openxmlformats.org/officeDocument/2006/relationships/slide" Target="slides/slide2.xml"/><Relationship Id="rId2" Type="http://schemas.openxmlformats.org/officeDocument/2006/relationships/customXml" Target="../customXml/item2.xml"/><Relationship Id="rId16" Type="http://schemas.openxmlformats.org/officeDocument/2006/relationships/slide" Target="slides/slide11.xml"/><Relationship Id="rId29" Type="http://schemas.openxmlformats.org/officeDocument/2006/relationships/slide" Target="slides/slide24.xml"/><Relationship Id="rId1" Type="http://schemas.openxmlformats.org/officeDocument/2006/relationships/customXml" Target="../customXml/item1.xml"/><Relationship Id="rId6" Type="http://schemas.openxmlformats.org/officeDocument/2006/relationships/slide" Target="slides/slide1.xml"/><Relationship Id="rId11" Type="http://schemas.openxmlformats.org/officeDocument/2006/relationships/slide" Target="slides/slide6.xml"/><Relationship Id="rId24" Type="http://schemas.openxmlformats.org/officeDocument/2006/relationships/slide" Target="slides/slide19.xml"/><Relationship Id="rId32" Type="http://schemas.openxmlformats.org/officeDocument/2006/relationships/slide" Target="slides/slide27.xml"/><Relationship Id="rId37" Type="http://schemas.openxmlformats.org/officeDocument/2006/relationships/slide" Target="slides/slide32.xml"/><Relationship Id="rId40" Type="http://schemas.openxmlformats.org/officeDocument/2006/relationships/slide" Target="slides/slide35.xml"/><Relationship Id="rId45" Type="http://schemas.openxmlformats.org/officeDocument/2006/relationships/theme" Target="theme/theme1.xml"/><Relationship Id="rId5" Type="http://schemas.openxmlformats.org/officeDocument/2006/relationships/slideMaster" Target="slideMasters/slideMaster2.xml"/><Relationship Id="rId15" Type="http://schemas.openxmlformats.org/officeDocument/2006/relationships/slide" Target="slides/slide10.xml"/><Relationship Id="rId23" Type="http://schemas.openxmlformats.org/officeDocument/2006/relationships/slide" Target="slides/slide18.xml"/><Relationship Id="rId28" Type="http://schemas.openxmlformats.org/officeDocument/2006/relationships/slide" Target="slides/slide23.xml"/><Relationship Id="rId36" Type="http://schemas.openxmlformats.org/officeDocument/2006/relationships/slide" Target="slides/slide31.xml"/><Relationship Id="rId10" Type="http://schemas.openxmlformats.org/officeDocument/2006/relationships/slide" Target="slides/slide5.xml"/><Relationship Id="rId19" Type="http://schemas.openxmlformats.org/officeDocument/2006/relationships/slide" Target="slides/slide14.xml"/><Relationship Id="rId31" Type="http://schemas.openxmlformats.org/officeDocument/2006/relationships/slide" Target="slides/slide26.xml"/><Relationship Id="rId44" Type="http://schemas.openxmlformats.org/officeDocument/2006/relationships/viewProps" Target="view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4" Type="http://schemas.openxmlformats.org/officeDocument/2006/relationships/slide" Target="slides/slide9.xml"/><Relationship Id="rId22" Type="http://schemas.openxmlformats.org/officeDocument/2006/relationships/slide" Target="slides/slide17.xml"/><Relationship Id="rId27" Type="http://schemas.openxmlformats.org/officeDocument/2006/relationships/slide" Target="slides/slide22.xml"/><Relationship Id="rId30" Type="http://schemas.openxmlformats.org/officeDocument/2006/relationships/slide" Target="slides/slide25.xml"/><Relationship Id="rId35" Type="http://schemas.openxmlformats.org/officeDocument/2006/relationships/slide" Target="slides/slide30.xml"/><Relationship Id="rId43" Type="http://schemas.openxmlformats.org/officeDocument/2006/relationships/presProps" Target="presProps.xml"/><Relationship Id="rId48" Type="http://schemas.microsoft.com/office/2015/10/relationships/revisionInfo" Target="revisionInfo.xml"/><Relationship Id="rId8" Type="http://schemas.openxmlformats.org/officeDocument/2006/relationships/slide" Target="slides/slide3.xml"/><Relationship Id="rId3" Type="http://schemas.openxmlformats.org/officeDocument/2006/relationships/customXml" Target="../customXml/item3.xml"/><Relationship Id="rId12" Type="http://schemas.openxmlformats.org/officeDocument/2006/relationships/slide" Target="slides/slide7.xml"/><Relationship Id="rId17" Type="http://schemas.openxmlformats.org/officeDocument/2006/relationships/slide" Target="slides/slide12.xml"/><Relationship Id="rId25" Type="http://schemas.openxmlformats.org/officeDocument/2006/relationships/slide" Target="slides/slide20.xml"/><Relationship Id="rId33" Type="http://schemas.openxmlformats.org/officeDocument/2006/relationships/slide" Target="slides/slide28.xml"/><Relationship Id="rId38" Type="http://schemas.openxmlformats.org/officeDocument/2006/relationships/slide" Target="slides/slide33.xml"/><Relationship Id="rId46" Type="http://schemas.openxmlformats.org/officeDocument/2006/relationships/tableStyles" Target="tableStyles.xml"/><Relationship Id="rId20" Type="http://schemas.openxmlformats.org/officeDocument/2006/relationships/slide" Target="slides/slide15.xml"/><Relationship Id="rId41" Type="http://schemas.openxmlformats.org/officeDocument/2006/relationships/slide" Target="slides/slide36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auro Chiozzi" userId="4281d9fbd53d17b8" providerId="LiveId" clId="{7FF02F8F-A6E2-47FD-92B8-43E4B84FBB7B}"/>
    <pc:docChg chg="undo custSel addSld delSld modSld sldOrd">
      <pc:chgData name="Mauro Chiozzi" userId="4281d9fbd53d17b8" providerId="LiveId" clId="{7FF02F8F-A6E2-47FD-92B8-43E4B84FBB7B}" dt="2026-07-08T15:44:55.431" v="8787" actId="478"/>
      <pc:docMkLst>
        <pc:docMk/>
      </pc:docMkLst>
      <pc:sldChg chg="addSp delSp modSp mod">
        <pc:chgData name="Mauro Chiozzi" userId="4281d9fbd53d17b8" providerId="LiveId" clId="{7FF02F8F-A6E2-47FD-92B8-43E4B84FBB7B}" dt="2026-07-05T18:20:00.388" v="7750" actId="20577"/>
        <pc:sldMkLst>
          <pc:docMk/>
          <pc:sldMk cId="1017338475" sldId="258"/>
        </pc:sldMkLst>
        <pc:spChg chg="mod">
          <ac:chgData name="Mauro Chiozzi" userId="4281d9fbd53d17b8" providerId="LiveId" clId="{7FF02F8F-A6E2-47FD-92B8-43E4B84FBB7B}" dt="2026-07-05T18:20:00.388" v="7750" actId="20577"/>
          <ac:spMkLst>
            <pc:docMk/>
            <pc:sldMk cId="1017338475" sldId="258"/>
            <ac:spMk id="3" creationId="{929FFE62-6031-F1E6-5904-D0275AD6D54A}"/>
          </ac:spMkLst>
        </pc:spChg>
        <pc:picChg chg="add del mod">
          <ac:chgData name="Mauro Chiozzi" userId="4281d9fbd53d17b8" providerId="LiveId" clId="{7FF02F8F-A6E2-47FD-92B8-43E4B84FBB7B}" dt="2026-07-05T08:36:48.218" v="6375" actId="1035"/>
          <ac:picMkLst>
            <pc:docMk/>
            <pc:sldMk cId="1017338475" sldId="258"/>
            <ac:picMk id="13" creationId="{B68A53F0-CC70-92C7-978D-B5F2C72520AC}"/>
          </ac:picMkLst>
        </pc:picChg>
        <pc:picChg chg="add mod ord">
          <ac:chgData name="Mauro Chiozzi" userId="4281d9fbd53d17b8" providerId="LiveId" clId="{7FF02F8F-A6E2-47FD-92B8-43E4B84FBB7B}" dt="2026-07-05T08:36:29.540" v="6372"/>
          <ac:picMkLst>
            <pc:docMk/>
            <pc:sldMk cId="1017338475" sldId="258"/>
            <ac:picMk id="17" creationId="{5A3CD02D-1099-3DA1-7D76-01417A7B0F58}"/>
          </ac:picMkLst>
        </pc:picChg>
      </pc:sldChg>
      <pc:sldChg chg="modSp mod">
        <pc:chgData name="Mauro Chiozzi" userId="4281d9fbd53d17b8" providerId="LiveId" clId="{7FF02F8F-A6E2-47FD-92B8-43E4B84FBB7B}" dt="2026-07-04T18:49:56.691" v="5282" actId="6549"/>
        <pc:sldMkLst>
          <pc:docMk/>
          <pc:sldMk cId="4034794504" sldId="259"/>
        </pc:sldMkLst>
        <pc:spChg chg="mod">
          <ac:chgData name="Mauro Chiozzi" userId="4281d9fbd53d17b8" providerId="LiveId" clId="{7FF02F8F-A6E2-47FD-92B8-43E4B84FBB7B}" dt="2026-07-04T18:49:56.691" v="5282" actId="6549"/>
          <ac:spMkLst>
            <pc:docMk/>
            <pc:sldMk cId="4034794504" sldId="259"/>
            <ac:spMk id="3" creationId="{103B3DB0-BF3A-8B07-3F00-EE94C82C911A}"/>
          </ac:spMkLst>
        </pc:spChg>
      </pc:sldChg>
      <pc:sldChg chg="addSp delSp modSp mod ord">
        <pc:chgData name="Mauro Chiozzi" userId="4281d9fbd53d17b8" providerId="LiveId" clId="{7FF02F8F-A6E2-47FD-92B8-43E4B84FBB7B}" dt="2026-07-05T08:13:06.341" v="6219" actId="12"/>
        <pc:sldMkLst>
          <pc:docMk/>
          <pc:sldMk cId="3992606229" sldId="260"/>
        </pc:sldMkLst>
        <pc:spChg chg="mod">
          <ac:chgData name="Mauro Chiozzi" userId="4281d9fbd53d17b8" providerId="LiveId" clId="{7FF02F8F-A6E2-47FD-92B8-43E4B84FBB7B}" dt="2026-07-05T08:13:06.341" v="6219" actId="12"/>
          <ac:spMkLst>
            <pc:docMk/>
            <pc:sldMk cId="3992606229" sldId="260"/>
            <ac:spMk id="3" creationId="{BA8418B0-849F-25AF-59FB-69CFB6E314FF}"/>
          </ac:spMkLst>
        </pc:spChg>
        <pc:picChg chg="add mod modCrop">
          <ac:chgData name="Mauro Chiozzi" userId="4281d9fbd53d17b8" providerId="LiveId" clId="{7FF02F8F-A6E2-47FD-92B8-43E4B84FBB7B}" dt="2026-07-04T19:15:25.650" v="5321" actId="1076"/>
          <ac:picMkLst>
            <pc:docMk/>
            <pc:sldMk cId="3992606229" sldId="260"/>
            <ac:picMk id="10" creationId="{A146817A-0106-395B-1965-F378A0291E2B}"/>
          </ac:picMkLst>
        </pc:picChg>
        <pc:picChg chg="add">
          <ac:chgData name="Mauro Chiozzi" userId="4281d9fbd53d17b8" providerId="LiveId" clId="{7FF02F8F-A6E2-47FD-92B8-43E4B84FBB7B}" dt="2026-07-04T19:48:25.343" v="5445" actId="22"/>
          <ac:picMkLst>
            <pc:docMk/>
            <pc:sldMk cId="3992606229" sldId="260"/>
            <ac:picMk id="14" creationId="{A404036B-DE96-50F7-3D82-0AADE1BC2CC5}"/>
          </ac:picMkLst>
        </pc:picChg>
      </pc:sldChg>
      <pc:sldChg chg="addSp delSp modSp mod">
        <pc:chgData name="Mauro Chiozzi" userId="4281d9fbd53d17b8" providerId="LiveId" clId="{7FF02F8F-A6E2-47FD-92B8-43E4B84FBB7B}" dt="2026-07-07T20:23:34.111" v="8651" actId="20577"/>
        <pc:sldMkLst>
          <pc:docMk/>
          <pc:sldMk cId="2974385393" sldId="262"/>
        </pc:sldMkLst>
        <pc:spChg chg="mod">
          <ac:chgData name="Mauro Chiozzi" userId="4281d9fbd53d17b8" providerId="LiveId" clId="{7FF02F8F-A6E2-47FD-92B8-43E4B84FBB7B}" dt="2026-07-07T20:23:34.111" v="8651" actId="20577"/>
          <ac:spMkLst>
            <pc:docMk/>
            <pc:sldMk cId="2974385393" sldId="262"/>
            <ac:spMk id="3" creationId="{43A5CE8B-5135-07CC-3E68-D7E4F43818AE}"/>
          </ac:spMkLst>
        </pc:spChg>
        <pc:picChg chg="add del mod">
          <ac:chgData name="Mauro Chiozzi" userId="4281d9fbd53d17b8" providerId="LiveId" clId="{7FF02F8F-A6E2-47FD-92B8-43E4B84FBB7B}" dt="2026-07-07T20:17:46.458" v="8562" actId="478"/>
          <ac:picMkLst>
            <pc:docMk/>
            <pc:sldMk cId="2974385393" sldId="262"/>
            <ac:picMk id="4" creationId="{2FC9A17B-9D1F-2F9B-F59A-972CD913F97F}"/>
          </ac:picMkLst>
        </pc:picChg>
        <pc:picChg chg="mod">
          <ac:chgData name="Mauro Chiozzi" userId="4281d9fbd53d17b8" providerId="LiveId" clId="{7FF02F8F-A6E2-47FD-92B8-43E4B84FBB7B}" dt="2026-07-03T18:09:56.058" v="2463" actId="1076"/>
          <ac:picMkLst>
            <pc:docMk/>
            <pc:sldMk cId="2974385393" sldId="262"/>
            <ac:picMk id="15" creationId="{5C39BCFB-EF13-2216-9D7B-D866B6798BC4}"/>
          </ac:picMkLst>
        </pc:picChg>
      </pc:sldChg>
      <pc:sldChg chg="addSp modSp mod modAnim">
        <pc:chgData name="Mauro Chiozzi" userId="4281d9fbd53d17b8" providerId="LiveId" clId="{7FF02F8F-A6E2-47FD-92B8-43E4B84FBB7B}" dt="2026-07-07T19:40:21.989" v="8345" actId="1036"/>
        <pc:sldMkLst>
          <pc:docMk/>
          <pc:sldMk cId="3252958172" sldId="263"/>
        </pc:sldMkLst>
        <pc:spChg chg="mod">
          <ac:chgData name="Mauro Chiozzi" userId="4281d9fbd53d17b8" providerId="LiveId" clId="{7FF02F8F-A6E2-47FD-92B8-43E4B84FBB7B}" dt="2026-07-05T08:20:35.345" v="6224" actId="20577"/>
          <ac:spMkLst>
            <pc:docMk/>
            <pc:sldMk cId="3252958172" sldId="263"/>
            <ac:spMk id="3" creationId="{541A21F1-BCC5-CE00-6971-FBABC2267248}"/>
          </ac:spMkLst>
        </pc:spChg>
        <pc:spChg chg="add mod">
          <ac:chgData name="Mauro Chiozzi" userId="4281d9fbd53d17b8" providerId="LiveId" clId="{7FF02F8F-A6E2-47FD-92B8-43E4B84FBB7B}" dt="2026-07-07T19:40:21.989" v="8345" actId="1036"/>
          <ac:spMkLst>
            <pc:docMk/>
            <pc:sldMk cId="3252958172" sldId="263"/>
            <ac:spMk id="4" creationId="{CF8AAC89-3E0D-7DFF-2BF2-6DFE8B96A86B}"/>
          </ac:spMkLst>
        </pc:spChg>
        <pc:spChg chg="mod">
          <ac:chgData name="Mauro Chiozzi" userId="4281d9fbd53d17b8" providerId="LiveId" clId="{7FF02F8F-A6E2-47FD-92B8-43E4B84FBB7B}" dt="2026-07-03T17:10:39.271" v="1829" actId="1076"/>
          <ac:spMkLst>
            <pc:docMk/>
            <pc:sldMk cId="3252958172" sldId="263"/>
            <ac:spMk id="67" creationId="{6B14737E-74E1-7F3E-AE2C-796BCE7A262F}"/>
          </ac:spMkLst>
        </pc:spChg>
        <pc:spChg chg="mod">
          <ac:chgData name="Mauro Chiozzi" userId="4281d9fbd53d17b8" providerId="LiveId" clId="{7FF02F8F-A6E2-47FD-92B8-43E4B84FBB7B}" dt="2026-07-05T08:22:42.585" v="6369" actId="208"/>
          <ac:spMkLst>
            <pc:docMk/>
            <pc:sldMk cId="3252958172" sldId="263"/>
            <ac:spMk id="70" creationId="{7FF3AD3E-08C3-2A89-A909-8A116699B873}"/>
          </ac:spMkLst>
        </pc:spChg>
      </pc:sldChg>
      <pc:sldChg chg="modSp mod">
        <pc:chgData name="Mauro Chiozzi" userId="4281d9fbd53d17b8" providerId="LiveId" clId="{7FF02F8F-A6E2-47FD-92B8-43E4B84FBB7B}" dt="2026-07-04T18:47:33.959" v="5150" actId="313"/>
        <pc:sldMkLst>
          <pc:docMk/>
          <pc:sldMk cId="1843841738" sldId="264"/>
        </pc:sldMkLst>
        <pc:spChg chg="mod">
          <ac:chgData name="Mauro Chiozzi" userId="4281d9fbd53d17b8" providerId="LiveId" clId="{7FF02F8F-A6E2-47FD-92B8-43E4B84FBB7B}" dt="2026-07-04T18:47:33.959" v="5150" actId="313"/>
          <ac:spMkLst>
            <pc:docMk/>
            <pc:sldMk cId="1843841738" sldId="264"/>
            <ac:spMk id="8" creationId="{C3857A0B-BD88-C820-9DBB-BCF07248A411}"/>
          </ac:spMkLst>
        </pc:spChg>
      </pc:sldChg>
      <pc:sldChg chg="modSp mod">
        <pc:chgData name="Mauro Chiozzi" userId="4281d9fbd53d17b8" providerId="LiveId" clId="{7FF02F8F-A6E2-47FD-92B8-43E4B84FBB7B}" dt="2026-07-07T19:41:35.210" v="8425" actId="20577"/>
        <pc:sldMkLst>
          <pc:docMk/>
          <pc:sldMk cId="3488601263" sldId="265"/>
        </pc:sldMkLst>
        <pc:spChg chg="mod">
          <ac:chgData name="Mauro Chiozzi" userId="4281d9fbd53d17b8" providerId="LiveId" clId="{7FF02F8F-A6E2-47FD-92B8-43E4B84FBB7B}" dt="2026-07-04T20:56:43.320" v="5751" actId="20577"/>
          <ac:spMkLst>
            <pc:docMk/>
            <pc:sldMk cId="3488601263" sldId="265"/>
            <ac:spMk id="19" creationId="{21183DE1-07B2-D849-8B89-6F133A4B0211}"/>
          </ac:spMkLst>
        </pc:spChg>
        <pc:spChg chg="mod">
          <ac:chgData name="Mauro Chiozzi" userId="4281d9fbd53d17b8" providerId="LiveId" clId="{7FF02F8F-A6E2-47FD-92B8-43E4B84FBB7B}" dt="2026-07-07T19:41:35.210" v="8425" actId="20577"/>
          <ac:spMkLst>
            <pc:docMk/>
            <pc:sldMk cId="3488601263" sldId="265"/>
            <ac:spMk id="24" creationId="{6BCEDDEC-232E-A169-5D52-DD1D7F2977F4}"/>
          </ac:spMkLst>
        </pc:spChg>
      </pc:sldChg>
      <pc:sldChg chg="addSp delSp modSp mod">
        <pc:chgData name="Mauro Chiozzi" userId="4281d9fbd53d17b8" providerId="LiveId" clId="{7FF02F8F-A6E2-47FD-92B8-43E4B84FBB7B}" dt="2026-07-03T18:15:14.483" v="2687" actId="6549"/>
        <pc:sldMkLst>
          <pc:docMk/>
          <pc:sldMk cId="2102453906" sldId="272"/>
        </pc:sldMkLst>
        <pc:spChg chg="mod">
          <ac:chgData name="Mauro Chiozzi" userId="4281d9fbd53d17b8" providerId="LiveId" clId="{7FF02F8F-A6E2-47FD-92B8-43E4B84FBB7B}" dt="2026-07-01T18:26:23.641" v="16" actId="20577"/>
          <ac:spMkLst>
            <pc:docMk/>
            <pc:sldMk cId="2102453906" sldId="272"/>
            <ac:spMk id="3" creationId="{41B6F8BE-5188-04A1-A9B3-539668B2816D}"/>
          </ac:spMkLst>
        </pc:spChg>
        <pc:spChg chg="mod">
          <ac:chgData name="Mauro Chiozzi" userId="4281d9fbd53d17b8" providerId="LiveId" clId="{7FF02F8F-A6E2-47FD-92B8-43E4B84FBB7B}" dt="2026-07-03T18:15:14.483" v="2687" actId="6549"/>
          <ac:spMkLst>
            <pc:docMk/>
            <pc:sldMk cId="2102453906" sldId="272"/>
            <ac:spMk id="5" creationId="{CDE4E2B7-EDDA-37BD-0437-81ABEA437363}"/>
          </ac:spMkLst>
        </pc:spChg>
        <pc:spChg chg="mod">
          <ac:chgData name="Mauro Chiozzi" userId="4281d9fbd53d17b8" providerId="LiveId" clId="{7FF02F8F-A6E2-47FD-92B8-43E4B84FBB7B}" dt="2026-07-01T18:31:51.841" v="42"/>
          <ac:spMkLst>
            <pc:docMk/>
            <pc:sldMk cId="2102453906" sldId="272"/>
            <ac:spMk id="36" creationId="{17B9D211-E786-5ABD-123F-DA85988F33B7}"/>
          </ac:spMkLst>
        </pc:spChg>
        <pc:spChg chg="mod">
          <ac:chgData name="Mauro Chiozzi" userId="4281d9fbd53d17b8" providerId="LiveId" clId="{7FF02F8F-A6E2-47FD-92B8-43E4B84FBB7B}" dt="2026-07-01T18:37:16.260" v="74" actId="404"/>
          <ac:spMkLst>
            <pc:docMk/>
            <pc:sldMk cId="2102453906" sldId="272"/>
            <ac:spMk id="38" creationId="{F2727210-8DD8-89FE-B18B-1D2DD4868AA8}"/>
          </ac:spMkLst>
        </pc:spChg>
        <pc:spChg chg="mod">
          <ac:chgData name="Mauro Chiozzi" userId="4281d9fbd53d17b8" providerId="LiveId" clId="{7FF02F8F-A6E2-47FD-92B8-43E4B84FBB7B}" dt="2026-07-01T18:37:16.260" v="74" actId="404"/>
          <ac:spMkLst>
            <pc:docMk/>
            <pc:sldMk cId="2102453906" sldId="272"/>
            <ac:spMk id="40" creationId="{1D4B8BD9-CD0E-D182-11CE-CCDAC1434566}"/>
          </ac:spMkLst>
        </pc:spChg>
        <pc:spChg chg="mod">
          <ac:chgData name="Mauro Chiozzi" userId="4281d9fbd53d17b8" providerId="LiveId" clId="{7FF02F8F-A6E2-47FD-92B8-43E4B84FBB7B}" dt="2026-07-01T18:37:16.260" v="74" actId="404"/>
          <ac:spMkLst>
            <pc:docMk/>
            <pc:sldMk cId="2102453906" sldId="272"/>
            <ac:spMk id="42" creationId="{A08720B5-AD2A-5258-DCD5-D1114FE1392F}"/>
          </ac:spMkLst>
        </pc:spChg>
        <pc:grpChg chg="add mod ord">
          <ac:chgData name="Mauro Chiozzi" userId="4281d9fbd53d17b8" providerId="LiveId" clId="{7FF02F8F-A6E2-47FD-92B8-43E4B84FBB7B}" dt="2026-07-01T18:36:46.206" v="68" actId="164"/>
          <ac:grpSpMkLst>
            <pc:docMk/>
            <pc:sldMk cId="2102453906" sldId="272"/>
            <ac:grpSpMk id="30" creationId="{48047A87-2E15-A22C-093E-2355F7048DE7}"/>
          </ac:grpSpMkLst>
        </pc:grpChg>
        <pc:grpChg chg="mod">
          <ac:chgData name="Mauro Chiozzi" userId="4281d9fbd53d17b8" providerId="LiveId" clId="{7FF02F8F-A6E2-47FD-92B8-43E4B84FBB7B}" dt="2026-07-01T18:31:51.841" v="42"/>
          <ac:grpSpMkLst>
            <pc:docMk/>
            <pc:sldMk cId="2102453906" sldId="272"/>
            <ac:grpSpMk id="33" creationId="{8CBC16FC-8CE0-F419-3B48-9C62FD96762A}"/>
          </ac:grpSpMkLst>
        </pc:grpChg>
        <pc:grpChg chg="add mod">
          <ac:chgData name="Mauro Chiozzi" userId="4281d9fbd53d17b8" providerId="LiveId" clId="{7FF02F8F-A6E2-47FD-92B8-43E4B84FBB7B}" dt="2026-07-01T18:37:28.297" v="76" actId="1076"/>
          <ac:grpSpMkLst>
            <pc:docMk/>
            <pc:sldMk cId="2102453906" sldId="272"/>
            <ac:grpSpMk id="44" creationId="{8E6905CF-C6F8-AFA7-AF3C-AEF5F47E4E54}"/>
          </ac:grpSpMkLst>
        </pc:grpChg>
        <pc:picChg chg="mod">
          <ac:chgData name="Mauro Chiozzi" userId="4281d9fbd53d17b8" providerId="LiveId" clId="{7FF02F8F-A6E2-47FD-92B8-43E4B84FBB7B}" dt="2026-07-01T18:36:39.787" v="67" actId="1076"/>
          <ac:picMkLst>
            <pc:docMk/>
            <pc:sldMk cId="2102453906" sldId="272"/>
            <ac:picMk id="7" creationId="{2FA974A1-F34B-D8D3-EEE0-BAB8A6760205}"/>
          </ac:picMkLst>
        </pc:picChg>
        <pc:picChg chg="add mod">
          <ac:chgData name="Mauro Chiozzi" userId="4281d9fbd53d17b8" providerId="LiveId" clId="{7FF02F8F-A6E2-47FD-92B8-43E4B84FBB7B}" dt="2026-07-01T18:36:46.206" v="68" actId="164"/>
          <ac:picMkLst>
            <pc:docMk/>
            <pc:sldMk cId="2102453906" sldId="272"/>
            <ac:picMk id="13" creationId="{B270739C-4AA3-E1FB-03C8-73D7CD3FA659}"/>
          </ac:picMkLst>
        </pc:picChg>
        <pc:picChg chg="add mod">
          <ac:chgData name="Mauro Chiozzi" userId="4281d9fbd53d17b8" providerId="LiveId" clId="{7FF02F8F-A6E2-47FD-92B8-43E4B84FBB7B}" dt="2026-07-01T18:36:46.206" v="68" actId="164"/>
          <ac:picMkLst>
            <pc:docMk/>
            <pc:sldMk cId="2102453906" sldId="272"/>
            <ac:picMk id="16" creationId="{0934F439-C341-36D7-DB23-7BD4F044A8C3}"/>
          </ac:picMkLst>
        </pc:picChg>
        <pc:picChg chg="add mod">
          <ac:chgData name="Mauro Chiozzi" userId="4281d9fbd53d17b8" providerId="LiveId" clId="{7FF02F8F-A6E2-47FD-92B8-43E4B84FBB7B}" dt="2026-07-01T18:36:46.206" v="68" actId="164"/>
          <ac:picMkLst>
            <pc:docMk/>
            <pc:sldMk cId="2102453906" sldId="272"/>
            <ac:picMk id="18" creationId="{1DA8330F-FF6E-D211-6457-16CC1591CF0F}"/>
          </ac:picMkLst>
        </pc:picChg>
        <pc:picChg chg="mod">
          <ac:chgData name="Mauro Chiozzi" userId="4281d9fbd53d17b8" providerId="LiveId" clId="{7FF02F8F-A6E2-47FD-92B8-43E4B84FBB7B}" dt="2026-07-01T18:31:51.841" v="42"/>
          <ac:picMkLst>
            <pc:docMk/>
            <pc:sldMk cId="2102453906" sldId="272"/>
            <ac:picMk id="35" creationId="{DECBB46D-181E-7447-8DBF-4C7F45E61DAA}"/>
          </ac:picMkLst>
        </pc:picChg>
        <pc:picChg chg="mod">
          <ac:chgData name="Mauro Chiozzi" userId="4281d9fbd53d17b8" providerId="LiveId" clId="{7FF02F8F-A6E2-47FD-92B8-43E4B84FBB7B}" dt="2026-07-01T18:31:51.841" v="42"/>
          <ac:picMkLst>
            <pc:docMk/>
            <pc:sldMk cId="2102453906" sldId="272"/>
            <ac:picMk id="37" creationId="{174D2149-3ACF-3DDA-8AB4-F9F0BF1056C3}"/>
          </ac:picMkLst>
        </pc:picChg>
        <pc:picChg chg="mod">
          <ac:chgData name="Mauro Chiozzi" userId="4281d9fbd53d17b8" providerId="LiveId" clId="{7FF02F8F-A6E2-47FD-92B8-43E4B84FBB7B}" dt="2026-07-01T18:31:51.841" v="42"/>
          <ac:picMkLst>
            <pc:docMk/>
            <pc:sldMk cId="2102453906" sldId="272"/>
            <ac:picMk id="39" creationId="{E7C65877-0669-10C7-F06D-4C625E012B34}"/>
          </ac:picMkLst>
        </pc:picChg>
        <pc:picChg chg="mod">
          <ac:chgData name="Mauro Chiozzi" userId="4281d9fbd53d17b8" providerId="LiveId" clId="{7FF02F8F-A6E2-47FD-92B8-43E4B84FBB7B}" dt="2026-07-01T18:31:55.498" v="44" actId="1076"/>
          <ac:picMkLst>
            <pc:docMk/>
            <pc:sldMk cId="2102453906" sldId="272"/>
            <ac:picMk id="41" creationId="{BD2D6CFF-7499-09F2-F4E0-648A5295780B}"/>
          </ac:picMkLst>
        </pc:picChg>
        <pc:picChg chg="add mod">
          <ac:chgData name="Mauro Chiozzi" userId="4281d9fbd53d17b8" providerId="LiveId" clId="{7FF02F8F-A6E2-47FD-92B8-43E4B84FBB7B}" dt="2026-07-01T18:36:55.946" v="70"/>
          <ac:picMkLst>
            <pc:docMk/>
            <pc:sldMk cId="2102453906" sldId="272"/>
            <ac:picMk id="43" creationId="{6B85AF09-DDEC-28FA-E67B-8C5E30D616A6}"/>
          </ac:picMkLst>
        </pc:picChg>
      </pc:sldChg>
      <pc:sldChg chg="modSp mod">
        <pc:chgData name="Mauro Chiozzi" userId="4281d9fbd53d17b8" providerId="LiveId" clId="{7FF02F8F-A6E2-47FD-92B8-43E4B84FBB7B}" dt="2026-07-08T15:19:21.105" v="8735" actId="20577"/>
        <pc:sldMkLst>
          <pc:docMk/>
          <pc:sldMk cId="3001447171" sldId="273"/>
        </pc:sldMkLst>
        <pc:spChg chg="mod">
          <ac:chgData name="Mauro Chiozzi" userId="4281d9fbd53d17b8" providerId="LiveId" clId="{7FF02F8F-A6E2-47FD-92B8-43E4B84FBB7B}" dt="2026-07-08T15:19:12.348" v="8713" actId="6549"/>
          <ac:spMkLst>
            <pc:docMk/>
            <pc:sldMk cId="3001447171" sldId="273"/>
            <ac:spMk id="3" creationId="{B3A46927-A872-F089-AE6D-BE0927691384}"/>
          </ac:spMkLst>
        </pc:spChg>
        <pc:spChg chg="mod">
          <ac:chgData name="Mauro Chiozzi" userId="4281d9fbd53d17b8" providerId="LiveId" clId="{7FF02F8F-A6E2-47FD-92B8-43E4B84FBB7B}" dt="2026-07-08T15:19:21.105" v="8735" actId="20577"/>
          <ac:spMkLst>
            <pc:docMk/>
            <pc:sldMk cId="3001447171" sldId="273"/>
            <ac:spMk id="5" creationId="{38129598-9D82-5D29-0BCC-C15A83A32BD6}"/>
          </ac:spMkLst>
        </pc:spChg>
      </pc:sldChg>
      <pc:sldChg chg="addSp delSp modSp mod delAnim modAnim">
        <pc:chgData name="Mauro Chiozzi" userId="4281d9fbd53d17b8" providerId="LiveId" clId="{7FF02F8F-A6E2-47FD-92B8-43E4B84FBB7B}" dt="2026-07-08T15:43:04.670" v="8779" actId="22"/>
        <pc:sldMkLst>
          <pc:docMk/>
          <pc:sldMk cId="3528400902" sldId="275"/>
        </pc:sldMkLst>
        <pc:spChg chg="mod">
          <ac:chgData name="Mauro Chiozzi" userId="4281d9fbd53d17b8" providerId="LiveId" clId="{7FF02F8F-A6E2-47FD-92B8-43E4B84FBB7B}" dt="2026-07-08T15:42:54.269" v="8777"/>
          <ac:spMkLst>
            <pc:docMk/>
            <pc:sldMk cId="3528400902" sldId="275"/>
            <ac:spMk id="3" creationId="{221BD467-A9FC-A640-379C-3D40AF32E140}"/>
          </ac:spMkLst>
        </pc:spChg>
        <pc:spChg chg="add del mod">
          <ac:chgData name="Mauro Chiozzi" userId="4281d9fbd53d17b8" providerId="LiveId" clId="{7FF02F8F-A6E2-47FD-92B8-43E4B84FBB7B}" dt="2026-07-08T15:43:01.290" v="8778" actId="478"/>
          <ac:spMkLst>
            <pc:docMk/>
            <pc:sldMk cId="3528400902" sldId="275"/>
            <ac:spMk id="7" creationId="{0FB005EE-C433-7DF4-20FF-DD5DD772D585}"/>
          </ac:spMkLst>
        </pc:spChg>
        <pc:spChg chg="add del mod">
          <ac:chgData name="Mauro Chiozzi" userId="4281d9fbd53d17b8" providerId="LiveId" clId="{7FF02F8F-A6E2-47FD-92B8-43E4B84FBB7B}" dt="2026-07-08T15:43:01.290" v="8778" actId="478"/>
          <ac:spMkLst>
            <pc:docMk/>
            <pc:sldMk cId="3528400902" sldId="275"/>
            <ac:spMk id="9" creationId="{77E54293-46F8-6D2F-98B4-B3EE2009600E}"/>
          </ac:spMkLst>
        </pc:spChg>
        <pc:spChg chg="add del mod">
          <ac:chgData name="Mauro Chiozzi" userId="4281d9fbd53d17b8" providerId="LiveId" clId="{7FF02F8F-A6E2-47FD-92B8-43E4B84FBB7B}" dt="2026-07-08T15:43:01.290" v="8778" actId="478"/>
          <ac:spMkLst>
            <pc:docMk/>
            <pc:sldMk cId="3528400902" sldId="275"/>
            <ac:spMk id="11" creationId="{DC6EF96E-8C42-FB90-F678-B87E9C26F8AA}"/>
          </ac:spMkLst>
        </pc:spChg>
        <pc:spChg chg="add del mod">
          <ac:chgData name="Mauro Chiozzi" userId="4281d9fbd53d17b8" providerId="LiveId" clId="{7FF02F8F-A6E2-47FD-92B8-43E4B84FBB7B}" dt="2026-07-08T15:43:01.290" v="8778" actId="478"/>
          <ac:spMkLst>
            <pc:docMk/>
            <pc:sldMk cId="3528400902" sldId="275"/>
            <ac:spMk id="13" creationId="{D06A5030-369D-EDD4-E3A4-6701E5F3669C}"/>
          </ac:spMkLst>
        </pc:spChg>
        <pc:spChg chg="add del mod">
          <ac:chgData name="Mauro Chiozzi" userId="4281d9fbd53d17b8" providerId="LiveId" clId="{7FF02F8F-A6E2-47FD-92B8-43E4B84FBB7B}" dt="2026-07-08T15:43:01.290" v="8778" actId="478"/>
          <ac:spMkLst>
            <pc:docMk/>
            <pc:sldMk cId="3528400902" sldId="275"/>
            <ac:spMk id="15" creationId="{6850C17B-7F5C-9898-CDDC-8ECD2E424CB9}"/>
          </ac:spMkLst>
        </pc:spChg>
        <pc:spChg chg="add del mod">
          <ac:chgData name="Mauro Chiozzi" userId="4281d9fbd53d17b8" providerId="LiveId" clId="{7FF02F8F-A6E2-47FD-92B8-43E4B84FBB7B}" dt="2026-07-08T15:43:01.290" v="8778" actId="478"/>
          <ac:spMkLst>
            <pc:docMk/>
            <pc:sldMk cId="3528400902" sldId="275"/>
            <ac:spMk id="17" creationId="{43A6F63F-58C9-EB37-28DB-183027C92CA1}"/>
          </ac:spMkLst>
        </pc:spChg>
        <pc:spChg chg="add del mod">
          <ac:chgData name="Mauro Chiozzi" userId="4281d9fbd53d17b8" providerId="LiveId" clId="{7FF02F8F-A6E2-47FD-92B8-43E4B84FBB7B}" dt="2026-07-08T15:43:01.290" v="8778" actId="478"/>
          <ac:spMkLst>
            <pc:docMk/>
            <pc:sldMk cId="3528400902" sldId="275"/>
            <ac:spMk id="19" creationId="{708FE03B-36A3-5450-FAAC-B5E1C8240F15}"/>
          </ac:spMkLst>
        </pc:spChg>
        <pc:picChg chg="add">
          <ac:chgData name="Mauro Chiozzi" userId="4281d9fbd53d17b8" providerId="LiveId" clId="{7FF02F8F-A6E2-47FD-92B8-43E4B84FBB7B}" dt="2026-07-08T15:43:04.670" v="8779" actId="22"/>
          <ac:picMkLst>
            <pc:docMk/>
            <pc:sldMk cId="3528400902" sldId="275"/>
            <ac:picMk id="8" creationId="{1EA513BE-0F2C-8419-61DB-8AB745EF6C8C}"/>
          </ac:picMkLst>
        </pc:picChg>
      </pc:sldChg>
      <pc:sldChg chg="addSp delSp modSp mod ord modAnim">
        <pc:chgData name="Mauro Chiozzi" userId="4281d9fbd53d17b8" providerId="LiveId" clId="{7FF02F8F-A6E2-47FD-92B8-43E4B84FBB7B}" dt="2026-07-04T21:28:34.231" v="5834"/>
        <pc:sldMkLst>
          <pc:docMk/>
          <pc:sldMk cId="2100624756" sldId="276"/>
        </pc:sldMkLst>
        <pc:spChg chg="add mod">
          <ac:chgData name="Mauro Chiozzi" userId="4281d9fbd53d17b8" providerId="LiveId" clId="{7FF02F8F-A6E2-47FD-92B8-43E4B84FBB7B}" dt="2026-07-04T20:42:01.767" v="5669" actId="478"/>
          <ac:spMkLst>
            <pc:docMk/>
            <pc:sldMk cId="2100624756" sldId="276"/>
            <ac:spMk id="3" creationId="{FF99D162-267B-0265-572D-C822F8CE566A}"/>
          </ac:spMkLst>
        </pc:spChg>
        <pc:picChg chg="add mod">
          <ac:chgData name="Mauro Chiozzi" userId="4281d9fbd53d17b8" providerId="LiveId" clId="{7FF02F8F-A6E2-47FD-92B8-43E4B84FBB7B}" dt="2026-07-04T20:43:06.836" v="5719" actId="1076"/>
          <ac:picMkLst>
            <pc:docMk/>
            <pc:sldMk cId="2100624756" sldId="276"/>
            <ac:picMk id="8" creationId="{F6476B99-BE8B-F1CF-73BC-0C85D18C44A3}"/>
          </ac:picMkLst>
        </pc:picChg>
        <pc:picChg chg="add">
          <ac:chgData name="Mauro Chiozzi" userId="4281d9fbd53d17b8" providerId="LiveId" clId="{7FF02F8F-A6E2-47FD-92B8-43E4B84FBB7B}" dt="2026-07-04T20:43:03.202" v="5718" actId="22"/>
          <ac:picMkLst>
            <pc:docMk/>
            <pc:sldMk cId="2100624756" sldId="276"/>
            <ac:picMk id="14" creationId="{81C022C5-149D-D8C7-1B12-457AB9879F7D}"/>
          </ac:picMkLst>
        </pc:picChg>
      </pc:sldChg>
      <pc:sldChg chg="addSp delSp modSp mod delAnim modAnim">
        <pc:chgData name="Mauro Chiozzi" userId="4281d9fbd53d17b8" providerId="LiveId" clId="{7FF02F8F-A6E2-47FD-92B8-43E4B84FBB7B}" dt="2026-07-08T15:44:55.431" v="8787" actId="478"/>
        <pc:sldMkLst>
          <pc:docMk/>
          <pc:sldMk cId="2484931960" sldId="277"/>
        </pc:sldMkLst>
        <pc:spChg chg="mod">
          <ac:chgData name="Mauro Chiozzi" userId="4281d9fbd53d17b8" providerId="LiveId" clId="{7FF02F8F-A6E2-47FD-92B8-43E4B84FBB7B}" dt="2026-07-05T08:10:31.716" v="5848" actId="14100"/>
          <ac:spMkLst>
            <pc:docMk/>
            <pc:sldMk cId="2484931960" sldId="277"/>
            <ac:spMk id="3" creationId="{5B31619E-7E5A-A34C-0715-C6CCD06C4EA3}"/>
          </ac:spMkLst>
        </pc:spChg>
        <pc:picChg chg="add mod modCrop">
          <ac:chgData name="Mauro Chiozzi" userId="4281d9fbd53d17b8" providerId="LiveId" clId="{7FF02F8F-A6E2-47FD-92B8-43E4B84FBB7B}" dt="2026-07-04T19:48:10.084" v="5433" actId="1076"/>
          <ac:picMkLst>
            <pc:docMk/>
            <pc:sldMk cId="2484931960" sldId="277"/>
            <ac:picMk id="9" creationId="{2E72D95C-CC99-2BE4-B49A-632BBB470B2A}"/>
          </ac:picMkLst>
        </pc:picChg>
        <pc:picChg chg="add del mod modCrop">
          <ac:chgData name="Mauro Chiozzi" userId="4281d9fbd53d17b8" providerId="LiveId" clId="{7FF02F8F-A6E2-47FD-92B8-43E4B84FBB7B}" dt="2026-07-08T15:44:55.431" v="8787" actId="478"/>
          <ac:picMkLst>
            <pc:docMk/>
            <pc:sldMk cId="2484931960" sldId="277"/>
            <ac:picMk id="12" creationId="{7829CB50-A0C9-1991-6549-6E32EC3A9C26}"/>
          </ac:picMkLst>
        </pc:picChg>
        <pc:picChg chg="add mod">
          <ac:chgData name="Mauro Chiozzi" userId="4281d9fbd53d17b8" providerId="LiveId" clId="{7FF02F8F-A6E2-47FD-92B8-43E4B84FBB7B}" dt="2026-07-04T19:48:10.084" v="5433" actId="1076"/>
          <ac:picMkLst>
            <pc:docMk/>
            <pc:sldMk cId="2484931960" sldId="277"/>
            <ac:picMk id="16" creationId="{8B7D50C0-C158-E9B2-0BA8-9050B64F60FE}"/>
          </ac:picMkLst>
        </pc:picChg>
        <pc:picChg chg="add mod modCrop">
          <ac:chgData name="Mauro Chiozzi" userId="4281d9fbd53d17b8" providerId="LiveId" clId="{7FF02F8F-A6E2-47FD-92B8-43E4B84FBB7B}" dt="2026-07-03T18:22:01.196" v="2697" actId="1076"/>
          <ac:picMkLst>
            <pc:docMk/>
            <pc:sldMk cId="2484931960" sldId="277"/>
            <ac:picMk id="18" creationId="{4614A272-7C2F-F4E5-3658-00CB82C273EB}"/>
          </ac:picMkLst>
        </pc:picChg>
        <pc:picChg chg="add mod modCrop">
          <ac:chgData name="Mauro Chiozzi" userId="4281d9fbd53d17b8" providerId="LiveId" clId="{7FF02F8F-A6E2-47FD-92B8-43E4B84FBB7B}" dt="2026-07-04T19:48:10.084" v="5433" actId="1076"/>
          <ac:picMkLst>
            <pc:docMk/>
            <pc:sldMk cId="2484931960" sldId="277"/>
            <ac:picMk id="19" creationId="{CA4A546B-AFC2-B866-5E5C-3B03F6B5C238}"/>
          </ac:picMkLst>
        </pc:picChg>
      </pc:sldChg>
      <pc:sldChg chg="addSp delSp modSp mod">
        <pc:chgData name="Mauro Chiozzi" userId="4281d9fbd53d17b8" providerId="LiveId" clId="{7FF02F8F-A6E2-47FD-92B8-43E4B84FBB7B}" dt="2026-07-04T20:42:43.445" v="5704" actId="14100"/>
        <pc:sldMkLst>
          <pc:docMk/>
          <pc:sldMk cId="810180319" sldId="280"/>
        </pc:sldMkLst>
        <pc:picChg chg="add mod">
          <ac:chgData name="Mauro Chiozzi" userId="4281d9fbd53d17b8" providerId="LiveId" clId="{7FF02F8F-A6E2-47FD-92B8-43E4B84FBB7B}" dt="2026-07-04T20:42:43.445" v="5704" actId="14100"/>
          <ac:picMkLst>
            <pc:docMk/>
            <pc:sldMk cId="810180319" sldId="280"/>
            <ac:picMk id="6" creationId="{8F81542C-00BA-C28C-9254-84BF5009A553}"/>
          </ac:picMkLst>
        </pc:picChg>
        <pc:picChg chg="add mod">
          <ac:chgData name="Mauro Chiozzi" userId="4281d9fbd53d17b8" providerId="LiveId" clId="{7FF02F8F-A6E2-47FD-92B8-43E4B84FBB7B}" dt="2026-07-04T20:37:21.886" v="5615" actId="1076"/>
          <ac:picMkLst>
            <pc:docMk/>
            <pc:sldMk cId="810180319" sldId="280"/>
            <ac:picMk id="13" creationId="{383BF418-4BA8-376D-AF3E-1995E0B00F88}"/>
          </ac:picMkLst>
        </pc:picChg>
      </pc:sldChg>
      <pc:sldChg chg="addSp delSp modSp mod ord">
        <pc:chgData name="Mauro Chiozzi" userId="4281d9fbd53d17b8" providerId="LiveId" clId="{7FF02F8F-A6E2-47FD-92B8-43E4B84FBB7B}" dt="2026-07-07T19:46:39.326" v="8465" actId="20577"/>
        <pc:sldMkLst>
          <pc:docMk/>
          <pc:sldMk cId="2593872292" sldId="281"/>
        </pc:sldMkLst>
        <pc:spChg chg="add del mod">
          <ac:chgData name="Mauro Chiozzi" userId="4281d9fbd53d17b8" providerId="LiveId" clId="{7FF02F8F-A6E2-47FD-92B8-43E4B84FBB7B}" dt="2026-07-07T19:46:39.326" v="8465" actId="20577"/>
          <ac:spMkLst>
            <pc:docMk/>
            <pc:sldMk cId="2593872292" sldId="281"/>
            <ac:spMk id="3" creationId="{28B24C08-C1DA-D581-9EE8-9564EA98BB77}"/>
          </ac:spMkLst>
        </pc:spChg>
        <pc:spChg chg="add mod">
          <ac:chgData name="Mauro Chiozzi" userId="4281d9fbd53d17b8" providerId="LiveId" clId="{7FF02F8F-A6E2-47FD-92B8-43E4B84FBB7B}" dt="2026-07-05T18:16:36.707" v="7629" actId="20577"/>
          <ac:spMkLst>
            <pc:docMk/>
            <pc:sldMk cId="2593872292" sldId="281"/>
            <ac:spMk id="6" creationId="{7F8AD0CA-72C1-8F7E-B8C5-A60CAF1C678A}"/>
          </ac:spMkLst>
        </pc:spChg>
        <pc:graphicFrameChg chg="add del mod modGraphic">
          <ac:chgData name="Mauro Chiozzi" userId="4281d9fbd53d17b8" providerId="LiveId" clId="{7FF02F8F-A6E2-47FD-92B8-43E4B84FBB7B}" dt="2026-07-05T18:14:59.695" v="7574" actId="1076"/>
          <ac:graphicFrameMkLst>
            <pc:docMk/>
            <pc:sldMk cId="2593872292" sldId="281"/>
            <ac:graphicFrameMk id="4" creationId="{CC2B2222-073B-2093-84AE-A8AE6D6E1037}"/>
          </ac:graphicFrameMkLst>
        </pc:graphicFrameChg>
      </pc:sldChg>
      <pc:sldChg chg="modSp del mod ord modShow">
        <pc:chgData name="Mauro Chiozzi" userId="4281d9fbd53d17b8" providerId="LiveId" clId="{7FF02F8F-A6E2-47FD-92B8-43E4B84FBB7B}" dt="2026-07-08T15:43:45.549" v="8784" actId="47"/>
        <pc:sldMkLst>
          <pc:docMk/>
          <pc:sldMk cId="381875104" sldId="282"/>
        </pc:sldMkLst>
        <pc:spChg chg="mod">
          <ac:chgData name="Mauro Chiozzi" userId="4281d9fbd53d17b8" providerId="LiveId" clId="{7FF02F8F-A6E2-47FD-92B8-43E4B84FBB7B}" dt="2026-07-05T18:41:30.053" v="8283" actId="20577"/>
          <ac:spMkLst>
            <pc:docMk/>
            <pc:sldMk cId="381875104" sldId="282"/>
            <ac:spMk id="3" creationId="{B6B86AF9-BAA3-1AE7-7A4D-6234EB0C77DE}"/>
          </ac:spMkLst>
        </pc:spChg>
      </pc:sldChg>
      <pc:sldChg chg="delSp modSp mod ord">
        <pc:chgData name="Mauro Chiozzi" userId="4281d9fbd53d17b8" providerId="LiveId" clId="{7FF02F8F-A6E2-47FD-92B8-43E4B84FBB7B}" dt="2026-07-08T15:37:33.369" v="8775" actId="20577"/>
        <pc:sldMkLst>
          <pc:docMk/>
          <pc:sldMk cId="4016025953" sldId="283"/>
        </pc:sldMkLst>
        <pc:spChg chg="mod">
          <ac:chgData name="Mauro Chiozzi" userId="4281d9fbd53d17b8" providerId="LiveId" clId="{7FF02F8F-A6E2-47FD-92B8-43E4B84FBB7B}" dt="2026-07-08T15:37:33.369" v="8775" actId="20577"/>
          <ac:spMkLst>
            <pc:docMk/>
            <pc:sldMk cId="4016025953" sldId="283"/>
            <ac:spMk id="3" creationId="{A065AB56-9C22-062A-223F-4EFF76946612}"/>
          </ac:spMkLst>
        </pc:spChg>
      </pc:sldChg>
      <pc:sldChg chg="modSp mod">
        <pc:chgData name="Mauro Chiozzi" userId="4281d9fbd53d17b8" providerId="LiveId" clId="{7FF02F8F-A6E2-47FD-92B8-43E4B84FBB7B}" dt="2026-07-08T15:19:31.945" v="8743" actId="20577"/>
        <pc:sldMkLst>
          <pc:docMk/>
          <pc:sldMk cId="854075338" sldId="285"/>
        </pc:sldMkLst>
        <pc:spChg chg="mod">
          <ac:chgData name="Mauro Chiozzi" userId="4281d9fbd53d17b8" providerId="LiveId" clId="{7FF02F8F-A6E2-47FD-92B8-43E4B84FBB7B}" dt="2026-07-08T15:19:31.945" v="8743" actId="20577"/>
          <ac:spMkLst>
            <pc:docMk/>
            <pc:sldMk cId="854075338" sldId="285"/>
            <ac:spMk id="19" creationId="{D58BCBF0-5CA6-8609-7389-49AACB73BBEE}"/>
          </ac:spMkLst>
        </pc:spChg>
      </pc:sldChg>
      <pc:sldChg chg="modSp mod">
        <pc:chgData name="Mauro Chiozzi" userId="4281d9fbd53d17b8" providerId="LiveId" clId="{7FF02F8F-A6E2-47FD-92B8-43E4B84FBB7B}" dt="2026-07-08T15:42:38.552" v="8776" actId="6549"/>
        <pc:sldMkLst>
          <pc:docMk/>
          <pc:sldMk cId="2430060711" sldId="286"/>
        </pc:sldMkLst>
        <pc:spChg chg="mod">
          <ac:chgData name="Mauro Chiozzi" userId="4281d9fbd53d17b8" providerId="LiveId" clId="{7FF02F8F-A6E2-47FD-92B8-43E4B84FBB7B}" dt="2026-07-08T15:42:38.552" v="8776" actId="6549"/>
          <ac:spMkLst>
            <pc:docMk/>
            <pc:sldMk cId="2430060711" sldId="286"/>
            <ac:spMk id="19" creationId="{EA2F62B7-4AF0-C49C-D874-7D961E5E12AA}"/>
          </ac:spMkLst>
        </pc:spChg>
      </pc:sldChg>
      <pc:sldChg chg="addSp modSp del mod modShow">
        <pc:chgData name="Mauro Chiozzi" userId="4281d9fbd53d17b8" providerId="LiveId" clId="{7FF02F8F-A6E2-47FD-92B8-43E4B84FBB7B}" dt="2026-07-08T15:43:43.388" v="8783" actId="47"/>
        <pc:sldMkLst>
          <pc:docMk/>
          <pc:sldMk cId="3769154689" sldId="288"/>
        </pc:sldMkLst>
        <pc:spChg chg="mod">
          <ac:chgData name="Mauro Chiozzi" userId="4281d9fbd53d17b8" providerId="LiveId" clId="{7FF02F8F-A6E2-47FD-92B8-43E4B84FBB7B}" dt="2026-07-01T18:25:56.182" v="5"/>
          <ac:spMkLst>
            <pc:docMk/>
            <pc:sldMk cId="3769154689" sldId="288"/>
            <ac:spMk id="12" creationId="{351053A5-39A9-487C-FFD8-88E073E6969E}"/>
          </ac:spMkLst>
        </pc:spChg>
        <pc:spChg chg="mod">
          <ac:chgData name="Mauro Chiozzi" userId="4281d9fbd53d17b8" providerId="LiveId" clId="{7FF02F8F-A6E2-47FD-92B8-43E4B84FBB7B}" dt="2026-07-01T18:25:56.182" v="5"/>
          <ac:spMkLst>
            <pc:docMk/>
            <pc:sldMk cId="3769154689" sldId="288"/>
            <ac:spMk id="14" creationId="{33035795-A635-AD77-F158-3B9096AEEC58}"/>
          </ac:spMkLst>
        </pc:spChg>
        <pc:spChg chg="mod">
          <ac:chgData name="Mauro Chiozzi" userId="4281d9fbd53d17b8" providerId="LiveId" clId="{7FF02F8F-A6E2-47FD-92B8-43E4B84FBB7B}" dt="2026-07-01T18:25:56.182" v="5"/>
          <ac:spMkLst>
            <pc:docMk/>
            <pc:sldMk cId="3769154689" sldId="288"/>
            <ac:spMk id="16" creationId="{DAF61772-B4E6-70EB-FDF2-5DA4A649221B}"/>
          </ac:spMkLst>
        </pc:spChg>
        <pc:spChg chg="mod">
          <ac:chgData name="Mauro Chiozzi" userId="4281d9fbd53d17b8" providerId="LiveId" clId="{7FF02F8F-A6E2-47FD-92B8-43E4B84FBB7B}" dt="2026-07-01T18:25:56.182" v="5"/>
          <ac:spMkLst>
            <pc:docMk/>
            <pc:sldMk cId="3769154689" sldId="288"/>
            <ac:spMk id="18" creationId="{951CB505-3BC1-42B9-A8C4-F2C286110B1D}"/>
          </ac:spMkLst>
        </pc:spChg>
        <pc:grpChg chg="add mod">
          <ac:chgData name="Mauro Chiozzi" userId="4281d9fbd53d17b8" providerId="LiveId" clId="{7FF02F8F-A6E2-47FD-92B8-43E4B84FBB7B}" dt="2026-07-01T18:25:56.182" v="5"/>
          <ac:grpSpMkLst>
            <pc:docMk/>
            <pc:sldMk cId="3769154689" sldId="288"/>
            <ac:grpSpMk id="2" creationId="{2B488E21-EE72-9F26-8F58-7FBFC4EDBA62}"/>
          </ac:grpSpMkLst>
        </pc:grpChg>
        <pc:grpChg chg="mod">
          <ac:chgData name="Mauro Chiozzi" userId="4281d9fbd53d17b8" providerId="LiveId" clId="{7FF02F8F-A6E2-47FD-92B8-43E4B84FBB7B}" dt="2026-07-01T18:25:56.182" v="5"/>
          <ac:grpSpMkLst>
            <pc:docMk/>
            <pc:sldMk cId="3769154689" sldId="288"/>
            <ac:grpSpMk id="4" creationId="{3F3E7473-E4A4-68EA-A5B5-EB5B24559D10}"/>
          </ac:grpSpMkLst>
        </pc:grpChg>
        <pc:picChg chg="mod">
          <ac:chgData name="Mauro Chiozzi" userId="4281d9fbd53d17b8" providerId="LiveId" clId="{7FF02F8F-A6E2-47FD-92B8-43E4B84FBB7B}" dt="2026-07-01T18:25:56.182" v="5"/>
          <ac:picMkLst>
            <pc:docMk/>
            <pc:sldMk cId="3769154689" sldId="288"/>
            <ac:picMk id="11" creationId="{BDB205AD-ADEE-0186-8CFA-D4FC4CF69D0B}"/>
          </ac:picMkLst>
        </pc:picChg>
        <pc:picChg chg="mod">
          <ac:chgData name="Mauro Chiozzi" userId="4281d9fbd53d17b8" providerId="LiveId" clId="{7FF02F8F-A6E2-47FD-92B8-43E4B84FBB7B}" dt="2026-07-01T18:25:56.182" v="5"/>
          <ac:picMkLst>
            <pc:docMk/>
            <pc:sldMk cId="3769154689" sldId="288"/>
            <ac:picMk id="13" creationId="{299D83D4-6B95-E07D-E37A-4BBE49130B7C}"/>
          </ac:picMkLst>
        </pc:picChg>
        <pc:picChg chg="mod">
          <ac:chgData name="Mauro Chiozzi" userId="4281d9fbd53d17b8" providerId="LiveId" clId="{7FF02F8F-A6E2-47FD-92B8-43E4B84FBB7B}" dt="2026-07-01T18:25:56.182" v="5"/>
          <ac:picMkLst>
            <pc:docMk/>
            <pc:sldMk cId="3769154689" sldId="288"/>
            <ac:picMk id="15" creationId="{B9D3F010-855E-4F7C-B555-36CC678896D9}"/>
          </ac:picMkLst>
        </pc:picChg>
        <pc:picChg chg="mod">
          <ac:chgData name="Mauro Chiozzi" userId="4281d9fbd53d17b8" providerId="LiveId" clId="{7FF02F8F-A6E2-47FD-92B8-43E4B84FBB7B}" dt="2026-07-01T18:25:56.182" v="5"/>
          <ac:picMkLst>
            <pc:docMk/>
            <pc:sldMk cId="3769154689" sldId="288"/>
            <ac:picMk id="17" creationId="{DA85B49E-1AFF-555F-AA53-3057B4F3145E}"/>
          </ac:picMkLst>
        </pc:picChg>
      </pc:sldChg>
      <pc:sldChg chg="addSp delSp modSp del mod addAnim delAnim modAnim">
        <pc:chgData name="Mauro Chiozzi" userId="4281d9fbd53d17b8" providerId="LiveId" clId="{7FF02F8F-A6E2-47FD-92B8-43E4B84FBB7B}" dt="2026-07-08T15:43:32.623" v="8781" actId="47"/>
        <pc:sldMkLst>
          <pc:docMk/>
          <pc:sldMk cId="552778012" sldId="289"/>
        </pc:sldMkLst>
        <pc:spChg chg="mod">
          <ac:chgData name="Mauro Chiozzi" userId="4281d9fbd53d17b8" providerId="LiveId" clId="{7FF02F8F-A6E2-47FD-92B8-43E4B84FBB7B}" dt="2026-07-05T18:22:48.618" v="7932" actId="14100"/>
          <ac:spMkLst>
            <pc:docMk/>
            <pc:sldMk cId="552778012" sldId="289"/>
            <ac:spMk id="3" creationId="{A10731F4-91C6-B9C5-6E6A-44A5747137FB}"/>
          </ac:spMkLst>
        </pc:spChg>
        <pc:spChg chg="add mod">
          <ac:chgData name="Mauro Chiozzi" userId="4281d9fbd53d17b8" providerId="LiveId" clId="{7FF02F8F-A6E2-47FD-92B8-43E4B84FBB7B}" dt="2026-07-05T16:44:55.317" v="7054" actId="20577"/>
          <ac:spMkLst>
            <pc:docMk/>
            <pc:sldMk cId="552778012" sldId="289"/>
            <ac:spMk id="9" creationId="{6D6DB0D2-155B-D3BA-D49B-0B7BFAB19ACA}"/>
          </ac:spMkLst>
        </pc:spChg>
        <pc:spChg chg="add mod">
          <ac:chgData name="Mauro Chiozzi" userId="4281d9fbd53d17b8" providerId="LiveId" clId="{7FF02F8F-A6E2-47FD-92B8-43E4B84FBB7B}" dt="2026-07-05T16:44:19.246" v="7012" actId="20577"/>
          <ac:spMkLst>
            <pc:docMk/>
            <pc:sldMk cId="552778012" sldId="289"/>
            <ac:spMk id="11" creationId="{493A9FE5-6A63-FF40-7ACF-F81A669B9669}"/>
          </ac:spMkLst>
        </pc:spChg>
        <pc:spChg chg="add mod">
          <ac:chgData name="Mauro Chiozzi" userId="4281d9fbd53d17b8" providerId="LiveId" clId="{7FF02F8F-A6E2-47FD-92B8-43E4B84FBB7B}" dt="2026-07-05T16:44:23.255" v="7020" actId="20577"/>
          <ac:spMkLst>
            <pc:docMk/>
            <pc:sldMk cId="552778012" sldId="289"/>
            <ac:spMk id="13" creationId="{0BDD9600-EC69-4765-6AC0-8D8BCAD19527}"/>
          </ac:spMkLst>
        </pc:spChg>
        <pc:spChg chg="add mod">
          <ac:chgData name="Mauro Chiozzi" userId="4281d9fbd53d17b8" providerId="LiveId" clId="{7FF02F8F-A6E2-47FD-92B8-43E4B84FBB7B}" dt="2026-07-05T16:44:52.257" v="7047" actId="20577"/>
          <ac:spMkLst>
            <pc:docMk/>
            <pc:sldMk cId="552778012" sldId="289"/>
            <ac:spMk id="15" creationId="{3B943681-2A4E-8668-51FD-8994D672EC92}"/>
          </ac:spMkLst>
        </pc:spChg>
        <pc:spChg chg="add mod">
          <ac:chgData name="Mauro Chiozzi" userId="4281d9fbd53d17b8" providerId="LiveId" clId="{7FF02F8F-A6E2-47FD-92B8-43E4B84FBB7B}" dt="2026-07-05T15:19:05.380" v="6856" actId="1076"/>
          <ac:spMkLst>
            <pc:docMk/>
            <pc:sldMk cId="552778012" sldId="289"/>
            <ac:spMk id="32" creationId="{FADCCC42-8498-261F-1696-F91DBD91A3D7}"/>
          </ac:spMkLst>
        </pc:spChg>
        <pc:spChg chg="add mod">
          <ac:chgData name="Mauro Chiozzi" userId="4281d9fbd53d17b8" providerId="LiveId" clId="{7FF02F8F-A6E2-47FD-92B8-43E4B84FBB7B}" dt="2026-07-05T15:18:53.900" v="6854" actId="1076"/>
          <ac:spMkLst>
            <pc:docMk/>
            <pc:sldMk cId="552778012" sldId="289"/>
            <ac:spMk id="34" creationId="{FD975B56-375A-451A-C1A2-8ADCBB63592E}"/>
          </ac:spMkLst>
        </pc:spChg>
        <pc:spChg chg="add mod">
          <ac:chgData name="Mauro Chiozzi" userId="4281d9fbd53d17b8" providerId="LiveId" clId="{7FF02F8F-A6E2-47FD-92B8-43E4B84FBB7B}" dt="2026-07-05T15:19:17.741" v="6857" actId="1076"/>
          <ac:spMkLst>
            <pc:docMk/>
            <pc:sldMk cId="552778012" sldId="289"/>
            <ac:spMk id="36" creationId="{2EDD8A0A-7E6E-DF7F-B19C-C9A5DE18CD3F}"/>
          </ac:spMkLst>
        </pc:spChg>
        <pc:spChg chg="add mod">
          <ac:chgData name="Mauro Chiozzi" userId="4281d9fbd53d17b8" providerId="LiveId" clId="{7FF02F8F-A6E2-47FD-92B8-43E4B84FBB7B}" dt="2026-07-05T15:18:58.800" v="6855" actId="1076"/>
          <ac:spMkLst>
            <pc:docMk/>
            <pc:sldMk cId="552778012" sldId="289"/>
            <ac:spMk id="38" creationId="{67B5A345-0963-94E6-6A1F-F78B5A0AA951}"/>
          </ac:spMkLst>
        </pc:spChg>
        <pc:spChg chg="add mod">
          <ac:chgData name="Mauro Chiozzi" userId="4281d9fbd53d17b8" providerId="LiveId" clId="{7FF02F8F-A6E2-47FD-92B8-43E4B84FBB7B}" dt="2026-07-05T16:48:28.613" v="7078" actId="1076"/>
          <ac:spMkLst>
            <pc:docMk/>
            <pc:sldMk cId="552778012" sldId="289"/>
            <ac:spMk id="47" creationId="{814C9E5F-7601-421B-E605-4D83F813A1F0}"/>
          </ac:spMkLst>
        </pc:spChg>
        <pc:picChg chg="add mod">
          <ac:chgData name="Mauro Chiozzi" userId="4281d9fbd53d17b8" providerId="LiveId" clId="{7FF02F8F-A6E2-47FD-92B8-43E4B84FBB7B}" dt="2026-07-05T15:16:27.872" v="6809" actId="1076"/>
          <ac:picMkLst>
            <pc:docMk/>
            <pc:sldMk cId="552778012" sldId="289"/>
            <ac:picMk id="29" creationId="{35FCA6D8-625F-4392-E513-C0B492C03EBE}"/>
          </ac:picMkLst>
        </pc:picChg>
        <pc:picChg chg="add mod">
          <ac:chgData name="Mauro Chiozzi" userId="4281d9fbd53d17b8" providerId="LiveId" clId="{7FF02F8F-A6E2-47FD-92B8-43E4B84FBB7B}" dt="2026-07-05T15:16:37.799" v="6815" actId="1036"/>
          <ac:picMkLst>
            <pc:docMk/>
            <pc:sldMk cId="552778012" sldId="289"/>
            <ac:picMk id="30" creationId="{078640F2-F3F1-95B3-8557-B741CB87546D}"/>
          </ac:picMkLst>
        </pc:picChg>
        <pc:picChg chg="add mod">
          <ac:chgData name="Mauro Chiozzi" userId="4281d9fbd53d17b8" providerId="LiveId" clId="{7FF02F8F-A6E2-47FD-92B8-43E4B84FBB7B}" dt="2026-07-05T16:45:26.041" v="7056" actId="1076"/>
          <ac:picMkLst>
            <pc:docMk/>
            <pc:sldMk cId="552778012" sldId="289"/>
            <ac:picMk id="42" creationId="{F8249542-83F1-5A9F-58CA-3E37ACAD6F57}"/>
          </ac:picMkLst>
        </pc:picChg>
        <pc:picChg chg="add mod">
          <ac:chgData name="Mauro Chiozzi" userId="4281d9fbd53d17b8" providerId="LiveId" clId="{7FF02F8F-A6E2-47FD-92B8-43E4B84FBB7B}" dt="2026-07-05T16:45:38.748" v="7061" actId="1076"/>
          <ac:picMkLst>
            <pc:docMk/>
            <pc:sldMk cId="552778012" sldId="289"/>
            <ac:picMk id="43" creationId="{0CF8E8F2-5AB7-ED70-8E17-78CB2120150E}"/>
          </ac:picMkLst>
        </pc:picChg>
        <pc:picChg chg="add mod">
          <ac:chgData name="Mauro Chiozzi" userId="4281d9fbd53d17b8" providerId="LiveId" clId="{7FF02F8F-A6E2-47FD-92B8-43E4B84FBB7B}" dt="2026-07-05T16:45:31.658" v="7060" actId="1076"/>
          <ac:picMkLst>
            <pc:docMk/>
            <pc:sldMk cId="552778012" sldId="289"/>
            <ac:picMk id="44" creationId="{915C5FD3-19DD-C9E3-7C75-940DDA6AC0CA}"/>
          </ac:picMkLst>
        </pc:picChg>
        <pc:cxnChg chg="add mod">
          <ac:chgData name="Mauro Chiozzi" userId="4281d9fbd53d17b8" providerId="LiveId" clId="{7FF02F8F-A6E2-47FD-92B8-43E4B84FBB7B}" dt="2026-07-05T16:42:48.995" v="6983" actId="1076"/>
          <ac:cxnSpMkLst>
            <pc:docMk/>
            <pc:sldMk cId="552778012" sldId="289"/>
            <ac:cxnSpMk id="17" creationId="{9FF4B40F-FF36-F2E5-ACC4-0405129CCFD6}"/>
          </ac:cxnSpMkLst>
        </pc:cxnChg>
        <pc:cxnChg chg="add mod">
          <ac:chgData name="Mauro Chiozzi" userId="4281d9fbd53d17b8" providerId="LiveId" clId="{7FF02F8F-A6E2-47FD-92B8-43E4B84FBB7B}" dt="2026-07-05T16:42:48.995" v="6983" actId="1076"/>
          <ac:cxnSpMkLst>
            <pc:docMk/>
            <pc:sldMk cId="552778012" sldId="289"/>
            <ac:cxnSpMk id="21" creationId="{ED222E8B-63AB-2F12-63C1-3E898E65B737}"/>
          </ac:cxnSpMkLst>
        </pc:cxnChg>
        <pc:cxnChg chg="add mod">
          <ac:chgData name="Mauro Chiozzi" userId="4281d9fbd53d17b8" providerId="LiveId" clId="{7FF02F8F-A6E2-47FD-92B8-43E4B84FBB7B}" dt="2026-07-05T16:42:48.995" v="6983" actId="1076"/>
          <ac:cxnSpMkLst>
            <pc:docMk/>
            <pc:sldMk cId="552778012" sldId="289"/>
            <ac:cxnSpMk id="23" creationId="{9D244925-510D-F66E-DB03-903EFCCAD39B}"/>
          </ac:cxnSpMkLst>
        </pc:cxnChg>
        <pc:cxnChg chg="add mod">
          <ac:chgData name="Mauro Chiozzi" userId="4281d9fbd53d17b8" providerId="LiveId" clId="{7FF02F8F-A6E2-47FD-92B8-43E4B84FBB7B}" dt="2026-07-05T15:17:31.637" v="6821" actId="692"/>
          <ac:cxnSpMkLst>
            <pc:docMk/>
            <pc:sldMk cId="552778012" sldId="289"/>
            <ac:cxnSpMk id="25" creationId="{0954DCB1-9107-9C6B-7526-0BD2BFAA4855}"/>
          </ac:cxnSpMkLst>
        </pc:cxnChg>
        <pc:cxnChg chg="add mod">
          <ac:chgData name="Mauro Chiozzi" userId="4281d9fbd53d17b8" providerId="LiveId" clId="{7FF02F8F-A6E2-47FD-92B8-43E4B84FBB7B}" dt="2026-07-05T15:17:31.637" v="6821" actId="692"/>
          <ac:cxnSpMkLst>
            <pc:docMk/>
            <pc:sldMk cId="552778012" sldId="289"/>
            <ac:cxnSpMk id="27" creationId="{B2E06D5B-52F7-44AC-4286-1D53F59103BA}"/>
          </ac:cxnSpMkLst>
        </pc:cxnChg>
      </pc:sldChg>
      <pc:sldChg chg="addSp delSp modSp mod">
        <pc:chgData name="Mauro Chiozzi" userId="4281d9fbd53d17b8" providerId="LiveId" clId="{7FF02F8F-A6E2-47FD-92B8-43E4B84FBB7B}" dt="2026-07-05T18:20:49.485" v="7756" actId="688"/>
        <pc:sldMkLst>
          <pc:docMk/>
          <pc:sldMk cId="3460405592" sldId="290"/>
        </pc:sldMkLst>
        <pc:spChg chg="mod">
          <ac:chgData name="Mauro Chiozzi" userId="4281d9fbd53d17b8" providerId="LiveId" clId="{7FF02F8F-A6E2-47FD-92B8-43E4B84FBB7B}" dt="2026-07-05T16:37:00.197" v="6982" actId="1035"/>
          <ac:spMkLst>
            <pc:docMk/>
            <pc:sldMk cId="3460405592" sldId="290"/>
            <ac:spMk id="2" creationId="{506E61B4-51BD-B5A0-0C2C-270EE2222C9D}"/>
          </ac:spMkLst>
        </pc:spChg>
        <pc:spChg chg="mod">
          <ac:chgData name="Mauro Chiozzi" userId="4281d9fbd53d17b8" providerId="LiveId" clId="{7FF02F8F-A6E2-47FD-92B8-43E4B84FBB7B}" dt="2026-07-05T17:13:40.280" v="7350" actId="20577"/>
          <ac:spMkLst>
            <pc:docMk/>
            <pc:sldMk cId="3460405592" sldId="290"/>
            <ac:spMk id="3" creationId="{982B74AD-4F4A-57BF-7C18-05ADFD16914A}"/>
          </ac:spMkLst>
        </pc:spChg>
        <pc:spChg chg="add mod topLvl">
          <ac:chgData name="Mauro Chiozzi" userId="4281d9fbd53d17b8" providerId="LiveId" clId="{7FF02F8F-A6E2-47FD-92B8-43E4B84FBB7B}" dt="2026-07-05T18:20:36.774" v="7754" actId="1076"/>
          <ac:spMkLst>
            <pc:docMk/>
            <pc:sldMk cId="3460405592" sldId="290"/>
            <ac:spMk id="12" creationId="{58B61BB8-4CFD-00FB-DD04-9B0F58AA15CE}"/>
          </ac:spMkLst>
        </pc:spChg>
        <pc:spChg chg="add mod">
          <ac:chgData name="Mauro Chiozzi" userId="4281d9fbd53d17b8" providerId="LiveId" clId="{7FF02F8F-A6E2-47FD-92B8-43E4B84FBB7B}" dt="2026-07-05T18:20:49.485" v="7756" actId="688"/>
          <ac:spMkLst>
            <pc:docMk/>
            <pc:sldMk cId="3460405592" sldId="290"/>
            <ac:spMk id="14" creationId="{7275B224-40BC-68A9-9A0E-37C267713D5C}"/>
          </ac:spMkLst>
        </pc:spChg>
        <pc:spChg chg="add mod topLvl">
          <ac:chgData name="Mauro Chiozzi" userId="4281d9fbd53d17b8" providerId="LiveId" clId="{7FF02F8F-A6E2-47FD-92B8-43E4B84FBB7B}" dt="2026-07-05T15:04:53.541" v="6647" actId="164"/>
          <ac:spMkLst>
            <pc:docMk/>
            <pc:sldMk cId="3460405592" sldId="290"/>
            <ac:spMk id="16" creationId="{A109540A-4377-3DB6-28D1-8A709B36DE3C}"/>
          </ac:spMkLst>
        </pc:spChg>
        <pc:spChg chg="add mod">
          <ac:chgData name="Mauro Chiozzi" userId="4281d9fbd53d17b8" providerId="LiveId" clId="{7FF02F8F-A6E2-47FD-92B8-43E4B84FBB7B}" dt="2026-07-05T15:04:50.135" v="6646" actId="165"/>
          <ac:spMkLst>
            <pc:docMk/>
            <pc:sldMk cId="3460405592" sldId="290"/>
            <ac:spMk id="18" creationId="{CDABE124-A2CA-D1D2-F8AA-F6ADD6C0C467}"/>
          </ac:spMkLst>
        </pc:spChg>
        <pc:spChg chg="add mod">
          <ac:chgData name="Mauro Chiozzi" userId="4281d9fbd53d17b8" providerId="LiveId" clId="{7FF02F8F-A6E2-47FD-92B8-43E4B84FBB7B}" dt="2026-07-05T15:04:50.135" v="6646" actId="165"/>
          <ac:spMkLst>
            <pc:docMk/>
            <pc:sldMk cId="3460405592" sldId="290"/>
            <ac:spMk id="20" creationId="{293506AC-6D8E-8D55-E2ED-CC34F832AFC8}"/>
          </ac:spMkLst>
        </pc:spChg>
        <pc:spChg chg="add mod">
          <ac:chgData name="Mauro Chiozzi" userId="4281d9fbd53d17b8" providerId="LiveId" clId="{7FF02F8F-A6E2-47FD-92B8-43E4B84FBB7B}" dt="2026-07-05T15:04:50.135" v="6646" actId="165"/>
          <ac:spMkLst>
            <pc:docMk/>
            <pc:sldMk cId="3460405592" sldId="290"/>
            <ac:spMk id="22" creationId="{A8067675-A9BF-8F23-0F84-423BD63782EF}"/>
          </ac:spMkLst>
        </pc:spChg>
        <pc:spChg chg="add mod">
          <ac:chgData name="Mauro Chiozzi" userId="4281d9fbd53d17b8" providerId="LiveId" clId="{7FF02F8F-A6E2-47FD-92B8-43E4B84FBB7B}" dt="2026-07-05T15:04:50.135" v="6646" actId="165"/>
          <ac:spMkLst>
            <pc:docMk/>
            <pc:sldMk cId="3460405592" sldId="290"/>
            <ac:spMk id="24" creationId="{C5340E17-8213-8475-BDF3-4B003595AB6C}"/>
          </ac:spMkLst>
        </pc:spChg>
        <pc:grpChg chg="add mod">
          <ac:chgData name="Mauro Chiozzi" userId="4281d9fbd53d17b8" providerId="LiveId" clId="{7FF02F8F-A6E2-47FD-92B8-43E4B84FBB7B}" dt="2026-07-05T15:04:53.541" v="6647" actId="164"/>
          <ac:grpSpMkLst>
            <pc:docMk/>
            <pc:sldMk cId="3460405592" sldId="290"/>
            <ac:grpSpMk id="25" creationId="{D03C499F-D77E-387B-7B6C-7F44AB7C4791}"/>
          </ac:grpSpMkLst>
        </pc:grpChg>
        <pc:grpChg chg="add mod">
          <ac:chgData name="Mauro Chiozzi" userId="4281d9fbd53d17b8" providerId="LiveId" clId="{7FF02F8F-A6E2-47FD-92B8-43E4B84FBB7B}" dt="2026-07-05T15:04:53.541" v="6647" actId="164"/>
          <ac:grpSpMkLst>
            <pc:docMk/>
            <pc:sldMk cId="3460405592" sldId="290"/>
            <ac:grpSpMk id="26" creationId="{96089F47-C351-285A-1495-9E15C03CCAE0}"/>
          </ac:grpSpMkLst>
        </pc:grpChg>
        <pc:grpChg chg="add mod">
          <ac:chgData name="Mauro Chiozzi" userId="4281d9fbd53d17b8" providerId="LiveId" clId="{7FF02F8F-A6E2-47FD-92B8-43E4B84FBB7B}" dt="2026-07-05T15:04:53.541" v="6647" actId="164"/>
          <ac:grpSpMkLst>
            <pc:docMk/>
            <pc:sldMk cId="3460405592" sldId="290"/>
            <ac:grpSpMk id="27" creationId="{9CD4AD9B-8865-BFCB-E227-3F23D8482141}"/>
          </ac:grpSpMkLst>
        </pc:grpChg>
        <pc:grpChg chg="add mod">
          <ac:chgData name="Mauro Chiozzi" userId="4281d9fbd53d17b8" providerId="LiveId" clId="{7FF02F8F-A6E2-47FD-92B8-43E4B84FBB7B}" dt="2026-07-05T15:04:53.541" v="6647" actId="164"/>
          <ac:grpSpMkLst>
            <pc:docMk/>
            <pc:sldMk cId="3460405592" sldId="290"/>
            <ac:grpSpMk id="28" creationId="{3B06EC2D-6A0B-C139-0986-9DD129061460}"/>
          </ac:grpSpMkLst>
        </pc:grpChg>
        <pc:grpChg chg="add mod">
          <ac:chgData name="Mauro Chiozzi" userId="4281d9fbd53d17b8" providerId="LiveId" clId="{7FF02F8F-A6E2-47FD-92B8-43E4B84FBB7B}" dt="2026-07-05T18:20:33.824" v="7753" actId="1076"/>
          <ac:grpSpMkLst>
            <pc:docMk/>
            <pc:sldMk cId="3460405592" sldId="290"/>
            <ac:grpSpMk id="38" creationId="{78D7C10C-A1CC-04BF-A71A-AACFE9C074F5}"/>
          </ac:grpSpMkLst>
        </pc:grpChg>
        <pc:picChg chg="add mod">
          <ac:chgData name="Mauro Chiozzi" userId="4281d9fbd53d17b8" providerId="LiveId" clId="{7FF02F8F-A6E2-47FD-92B8-43E4B84FBB7B}" dt="2026-07-05T15:04:50.135" v="6646" actId="165"/>
          <ac:picMkLst>
            <pc:docMk/>
            <pc:sldMk cId="3460405592" sldId="290"/>
            <ac:picMk id="7" creationId="{A7F844E5-6518-E9DE-C35C-2164E42B814F}"/>
          </ac:picMkLst>
        </pc:picChg>
        <pc:picChg chg="add mod">
          <ac:chgData name="Mauro Chiozzi" userId="4281d9fbd53d17b8" providerId="LiveId" clId="{7FF02F8F-A6E2-47FD-92B8-43E4B84FBB7B}" dt="2026-07-05T15:04:50.135" v="6646" actId="165"/>
          <ac:picMkLst>
            <pc:docMk/>
            <pc:sldMk cId="3460405592" sldId="290"/>
            <ac:picMk id="8" creationId="{E95307CC-B616-95E3-D0B5-DAC30EA4D540}"/>
          </ac:picMkLst>
        </pc:picChg>
        <pc:picChg chg="add mod">
          <ac:chgData name="Mauro Chiozzi" userId="4281d9fbd53d17b8" providerId="LiveId" clId="{7FF02F8F-A6E2-47FD-92B8-43E4B84FBB7B}" dt="2026-07-05T15:04:50.135" v="6646" actId="165"/>
          <ac:picMkLst>
            <pc:docMk/>
            <pc:sldMk cId="3460405592" sldId="290"/>
            <ac:picMk id="10" creationId="{109D2B31-0CF0-FD5A-2896-FA0B1B20667D}"/>
          </ac:picMkLst>
        </pc:picChg>
        <pc:picChg chg="add mod">
          <ac:chgData name="Mauro Chiozzi" userId="4281d9fbd53d17b8" providerId="LiveId" clId="{7FF02F8F-A6E2-47FD-92B8-43E4B84FBB7B}" dt="2026-07-05T15:04:50.135" v="6646" actId="165"/>
          <ac:picMkLst>
            <pc:docMk/>
            <pc:sldMk cId="3460405592" sldId="290"/>
            <ac:picMk id="11" creationId="{1971C324-8651-2BBB-AD66-A631570D6516}"/>
          </ac:picMkLst>
        </pc:picChg>
        <pc:picChg chg="add">
          <ac:chgData name="Mauro Chiozzi" userId="4281d9fbd53d17b8" providerId="LiveId" clId="{7FF02F8F-A6E2-47FD-92B8-43E4B84FBB7B}" dt="2026-07-05T17:12:09.677" v="7254" actId="22"/>
          <ac:picMkLst>
            <pc:docMk/>
            <pc:sldMk cId="3460405592" sldId="290"/>
            <ac:picMk id="40" creationId="{002A43B2-5565-8AEA-EDC2-D41630C045D5}"/>
          </ac:picMkLst>
        </pc:picChg>
        <pc:cxnChg chg="add mod">
          <ac:chgData name="Mauro Chiozzi" userId="4281d9fbd53d17b8" providerId="LiveId" clId="{7FF02F8F-A6E2-47FD-92B8-43E4B84FBB7B}" dt="2026-07-05T15:04:53.541" v="6647" actId="164"/>
          <ac:cxnSpMkLst>
            <pc:docMk/>
            <pc:sldMk cId="3460405592" sldId="290"/>
            <ac:cxnSpMk id="30" creationId="{85969ECA-7F19-4663-DD88-BBDC68737266}"/>
          </ac:cxnSpMkLst>
        </pc:cxnChg>
        <pc:cxnChg chg="add mod">
          <ac:chgData name="Mauro Chiozzi" userId="4281d9fbd53d17b8" providerId="LiveId" clId="{7FF02F8F-A6E2-47FD-92B8-43E4B84FBB7B}" dt="2026-07-05T15:04:39.255" v="6644" actId="164"/>
          <ac:cxnSpMkLst>
            <pc:docMk/>
            <pc:sldMk cId="3460405592" sldId="290"/>
            <ac:cxnSpMk id="32" creationId="{4AD79A4F-778B-D495-25A1-882262ED145C}"/>
          </ac:cxnSpMkLst>
        </pc:cxnChg>
        <pc:cxnChg chg="add mod">
          <ac:chgData name="Mauro Chiozzi" userId="4281d9fbd53d17b8" providerId="LiveId" clId="{7FF02F8F-A6E2-47FD-92B8-43E4B84FBB7B}" dt="2026-07-05T15:04:53.541" v="6647" actId="164"/>
          <ac:cxnSpMkLst>
            <pc:docMk/>
            <pc:sldMk cId="3460405592" sldId="290"/>
            <ac:cxnSpMk id="35" creationId="{63FA69A3-D9C3-0553-8F0F-F72100182DF6}"/>
          </ac:cxnSpMkLst>
        </pc:cxnChg>
      </pc:sldChg>
      <pc:sldChg chg="addSp delSp modSp del mod">
        <pc:chgData name="Mauro Chiozzi" userId="4281d9fbd53d17b8" providerId="LiveId" clId="{7FF02F8F-A6E2-47FD-92B8-43E4B84FBB7B}" dt="2026-07-08T15:43:06.938" v="8780" actId="47"/>
        <pc:sldMkLst>
          <pc:docMk/>
          <pc:sldMk cId="149415907" sldId="291"/>
        </pc:sldMkLst>
        <pc:spChg chg="mod">
          <ac:chgData name="Mauro Chiozzi" userId="4281d9fbd53d17b8" providerId="LiveId" clId="{7FF02F8F-A6E2-47FD-92B8-43E4B84FBB7B}" dt="2026-07-07T19:45:04.558" v="8426" actId="6549"/>
          <ac:spMkLst>
            <pc:docMk/>
            <pc:sldMk cId="149415907" sldId="291"/>
            <ac:spMk id="3" creationId="{83E87B46-064D-D6FA-488E-5B51A6363DA2}"/>
          </ac:spMkLst>
        </pc:spChg>
        <pc:picChg chg="add mod modCrop">
          <ac:chgData name="Mauro Chiozzi" userId="4281d9fbd53d17b8" providerId="LiveId" clId="{7FF02F8F-A6E2-47FD-92B8-43E4B84FBB7B}" dt="2026-07-05T18:27:09.145" v="8180" actId="1076"/>
          <ac:picMkLst>
            <pc:docMk/>
            <pc:sldMk cId="149415907" sldId="291"/>
            <ac:picMk id="7" creationId="{CB2508F1-4E5E-EDFB-2B7A-E25AD8712CF3}"/>
          </ac:picMkLst>
        </pc:picChg>
      </pc:sldChg>
      <pc:sldChg chg="addSp modSp add mod">
        <pc:chgData name="Mauro Chiozzi" userId="4281d9fbd53d17b8" providerId="LiveId" clId="{7FF02F8F-A6E2-47FD-92B8-43E4B84FBB7B}" dt="2026-07-07T19:25:30.731" v="8304" actId="20577"/>
        <pc:sldMkLst>
          <pc:docMk/>
          <pc:sldMk cId="2306532760" sldId="293"/>
        </pc:sldMkLst>
        <pc:spChg chg="mod">
          <ac:chgData name="Mauro Chiozzi" userId="4281d9fbd53d17b8" providerId="LiveId" clId="{7FF02F8F-A6E2-47FD-92B8-43E4B84FBB7B}" dt="2026-07-07T19:25:30.731" v="8304" actId="20577"/>
          <ac:spMkLst>
            <pc:docMk/>
            <pc:sldMk cId="2306532760" sldId="293"/>
            <ac:spMk id="3" creationId="{D3D2159C-B4D6-0CBF-8D8E-667A5A54F41F}"/>
          </ac:spMkLst>
        </pc:spChg>
        <pc:spChg chg="add mod">
          <ac:chgData name="Mauro Chiozzi" userId="4281d9fbd53d17b8" providerId="LiveId" clId="{7FF02F8F-A6E2-47FD-92B8-43E4B84FBB7B}" dt="2026-07-05T16:31:25.970" v="6966" actId="208"/>
          <ac:spMkLst>
            <pc:docMk/>
            <pc:sldMk cId="2306532760" sldId="293"/>
            <ac:spMk id="7" creationId="{E54910A2-CF00-89DE-25AD-7AD0B5B20B00}"/>
          </ac:spMkLst>
        </pc:spChg>
        <pc:spChg chg="add mod">
          <ac:chgData name="Mauro Chiozzi" userId="4281d9fbd53d17b8" providerId="LiveId" clId="{7FF02F8F-A6E2-47FD-92B8-43E4B84FBB7B}" dt="2026-07-05T16:31:25.970" v="6966" actId="208"/>
          <ac:spMkLst>
            <pc:docMk/>
            <pc:sldMk cId="2306532760" sldId="293"/>
            <ac:spMk id="9" creationId="{4C7859CF-A2B8-190B-DD2E-2F493A039749}"/>
          </ac:spMkLst>
        </pc:spChg>
        <pc:spChg chg="add mod">
          <ac:chgData name="Mauro Chiozzi" userId="4281d9fbd53d17b8" providerId="LiveId" clId="{7FF02F8F-A6E2-47FD-92B8-43E4B84FBB7B}" dt="2026-07-05T16:31:25.970" v="6966" actId="208"/>
          <ac:spMkLst>
            <pc:docMk/>
            <pc:sldMk cId="2306532760" sldId="293"/>
            <ac:spMk id="11" creationId="{ACC42A09-8EBE-BDD8-B4A8-CC2243072F27}"/>
          </ac:spMkLst>
        </pc:spChg>
        <pc:spChg chg="add mod">
          <ac:chgData name="Mauro Chiozzi" userId="4281d9fbd53d17b8" providerId="LiveId" clId="{7FF02F8F-A6E2-47FD-92B8-43E4B84FBB7B}" dt="2026-07-05T16:31:25.970" v="6966" actId="208"/>
          <ac:spMkLst>
            <pc:docMk/>
            <pc:sldMk cId="2306532760" sldId="293"/>
            <ac:spMk id="13" creationId="{B6E17FB6-968C-2D73-8850-80DBCA3CECE2}"/>
          </ac:spMkLst>
        </pc:spChg>
        <pc:spChg chg="add mod">
          <ac:chgData name="Mauro Chiozzi" userId="4281d9fbd53d17b8" providerId="LiveId" clId="{7FF02F8F-A6E2-47FD-92B8-43E4B84FBB7B}" dt="2026-07-05T16:31:25.970" v="6966" actId="208"/>
          <ac:spMkLst>
            <pc:docMk/>
            <pc:sldMk cId="2306532760" sldId="293"/>
            <ac:spMk id="15" creationId="{B549EA1A-49B6-6E07-D65A-0E9F78C57A0D}"/>
          </ac:spMkLst>
        </pc:spChg>
        <pc:spChg chg="add mod">
          <ac:chgData name="Mauro Chiozzi" userId="4281d9fbd53d17b8" providerId="LiveId" clId="{7FF02F8F-A6E2-47FD-92B8-43E4B84FBB7B}" dt="2026-07-05T16:31:25.970" v="6966" actId="208"/>
          <ac:spMkLst>
            <pc:docMk/>
            <pc:sldMk cId="2306532760" sldId="293"/>
            <ac:spMk id="17" creationId="{2954E63E-DADA-92FC-D23B-E972952B145F}"/>
          </ac:spMkLst>
        </pc:spChg>
        <pc:cxnChg chg="add mod">
          <ac:chgData name="Mauro Chiozzi" userId="4281d9fbd53d17b8" providerId="LiveId" clId="{7FF02F8F-A6E2-47FD-92B8-43E4B84FBB7B}" dt="2026-07-05T16:31:43.585" v="6972" actId="13822"/>
          <ac:cxnSpMkLst>
            <pc:docMk/>
            <pc:sldMk cId="2306532760" sldId="293"/>
            <ac:cxnSpMk id="19" creationId="{2330F061-497A-FEBB-E90E-F842C9FDD32A}"/>
          </ac:cxnSpMkLst>
        </pc:cxnChg>
        <pc:cxnChg chg="add mod">
          <ac:chgData name="Mauro Chiozzi" userId="4281d9fbd53d17b8" providerId="LiveId" clId="{7FF02F8F-A6E2-47FD-92B8-43E4B84FBB7B}" dt="2026-07-05T16:31:43.585" v="6972" actId="13822"/>
          <ac:cxnSpMkLst>
            <pc:docMk/>
            <pc:sldMk cId="2306532760" sldId="293"/>
            <ac:cxnSpMk id="21" creationId="{2E971647-2C8D-DC64-96E0-2D7A5740358E}"/>
          </ac:cxnSpMkLst>
        </pc:cxnChg>
      </pc:sldChg>
      <pc:sldChg chg="modSp add mod ord">
        <pc:chgData name="Mauro Chiozzi" userId="4281d9fbd53d17b8" providerId="LiveId" clId="{7FF02F8F-A6E2-47FD-92B8-43E4B84FBB7B}" dt="2026-07-03T18:07:47.502" v="2439" actId="1076"/>
        <pc:sldMkLst>
          <pc:docMk/>
          <pc:sldMk cId="4115671911" sldId="294"/>
        </pc:sldMkLst>
        <pc:graphicFrameChg chg="mod modGraphic">
          <ac:chgData name="Mauro Chiozzi" userId="4281d9fbd53d17b8" providerId="LiveId" clId="{7FF02F8F-A6E2-47FD-92B8-43E4B84FBB7B}" dt="2026-07-03T18:07:47.502" v="2439" actId="1076"/>
          <ac:graphicFrameMkLst>
            <pc:docMk/>
            <pc:sldMk cId="4115671911" sldId="294"/>
            <ac:graphicFrameMk id="4" creationId="{0DAA8545-05B8-16F0-13FC-C9240EE10F1F}"/>
          </ac:graphicFrameMkLst>
        </pc:graphicFrameChg>
      </pc:sldChg>
      <pc:sldChg chg="addSp delSp modSp add mod ord modAnim">
        <pc:chgData name="Mauro Chiozzi" userId="4281d9fbd53d17b8" providerId="LiveId" clId="{7FF02F8F-A6E2-47FD-92B8-43E4B84FBB7B}" dt="2026-07-04T21:28:55.508" v="5836"/>
        <pc:sldMkLst>
          <pc:docMk/>
          <pc:sldMk cId="3038311235" sldId="296"/>
        </pc:sldMkLst>
        <pc:spChg chg="add mod">
          <ac:chgData name="Mauro Chiozzi" userId="4281d9fbd53d17b8" providerId="LiveId" clId="{7FF02F8F-A6E2-47FD-92B8-43E4B84FBB7B}" dt="2026-07-03T18:05:26.831" v="2431" actId="1035"/>
          <ac:spMkLst>
            <pc:docMk/>
            <pc:sldMk cId="3038311235" sldId="296"/>
            <ac:spMk id="12" creationId="{7CC332B2-1853-6BD1-E4CA-E4423F8BA9D7}"/>
          </ac:spMkLst>
        </pc:spChg>
        <pc:spChg chg="add mod">
          <ac:chgData name="Mauro Chiozzi" userId="4281d9fbd53d17b8" providerId="LiveId" clId="{7FF02F8F-A6E2-47FD-92B8-43E4B84FBB7B}" dt="2026-07-02T18:39:44.361" v="1156" actId="1582"/>
          <ac:spMkLst>
            <pc:docMk/>
            <pc:sldMk cId="3038311235" sldId="296"/>
            <ac:spMk id="26" creationId="{012925F4-45CC-9586-79CE-459BE9192C3C}"/>
          </ac:spMkLst>
        </pc:spChg>
        <pc:picChg chg="add mod ord">
          <ac:chgData name="Mauro Chiozzi" userId="4281d9fbd53d17b8" providerId="LiveId" clId="{7FF02F8F-A6E2-47FD-92B8-43E4B84FBB7B}" dt="2026-07-03T18:01:06.130" v="2374" actId="1076"/>
          <ac:picMkLst>
            <pc:docMk/>
            <pc:sldMk cId="3038311235" sldId="296"/>
            <ac:picMk id="47" creationId="{97CDC227-1353-4365-A3D7-56D8A3D94AE2}"/>
          </ac:picMkLst>
        </pc:picChg>
        <pc:picChg chg="add mod ord">
          <ac:chgData name="Mauro Chiozzi" userId="4281d9fbd53d17b8" providerId="LiveId" clId="{7FF02F8F-A6E2-47FD-92B8-43E4B84FBB7B}" dt="2026-07-03T18:03:21.401" v="2428" actId="1038"/>
          <ac:picMkLst>
            <pc:docMk/>
            <pc:sldMk cId="3038311235" sldId="296"/>
            <ac:picMk id="52" creationId="{0149D1F9-7447-37D4-030E-AC34B3997EA5}"/>
          </ac:picMkLst>
        </pc:picChg>
        <pc:cxnChg chg="add del mod">
          <ac:chgData name="Mauro Chiozzi" userId="4281d9fbd53d17b8" providerId="LiveId" clId="{7FF02F8F-A6E2-47FD-92B8-43E4B84FBB7B}" dt="2026-07-03T18:01:28.809" v="2378" actId="692"/>
          <ac:cxnSpMkLst>
            <pc:docMk/>
            <pc:sldMk cId="3038311235" sldId="296"/>
            <ac:cxnSpMk id="23" creationId="{C3CF35CB-C7D4-47B4-F8E0-8DCE150CCD92}"/>
          </ac:cxnSpMkLst>
        </pc:cxnChg>
        <pc:cxnChg chg="add mod">
          <ac:chgData name="Mauro Chiozzi" userId="4281d9fbd53d17b8" providerId="LiveId" clId="{7FF02F8F-A6E2-47FD-92B8-43E4B84FBB7B}" dt="2026-07-04T20:53:58.895" v="5735" actId="1036"/>
          <ac:cxnSpMkLst>
            <pc:docMk/>
            <pc:sldMk cId="3038311235" sldId="296"/>
            <ac:cxnSpMk id="29" creationId="{D535E8A4-4132-4D69-C46F-4020BEDA5B50}"/>
          </ac:cxnSpMkLst>
        </pc:cxnChg>
        <pc:cxnChg chg="add mod">
          <ac:chgData name="Mauro Chiozzi" userId="4281d9fbd53d17b8" providerId="LiveId" clId="{7FF02F8F-A6E2-47FD-92B8-43E4B84FBB7B}" dt="2026-07-03T18:03:23.140" v="2429" actId="14100"/>
          <ac:cxnSpMkLst>
            <pc:docMk/>
            <pc:sldMk cId="3038311235" sldId="296"/>
            <ac:cxnSpMk id="31" creationId="{7FFDF610-9E1B-CE6F-DE7D-60B217689CB0}"/>
          </ac:cxnSpMkLst>
        </pc:cxnChg>
        <pc:cxnChg chg="add mod">
          <ac:chgData name="Mauro Chiozzi" userId="4281d9fbd53d17b8" providerId="LiveId" clId="{7FF02F8F-A6E2-47FD-92B8-43E4B84FBB7B}" dt="2026-07-04T20:54:17.454" v="5739" actId="14100"/>
          <ac:cxnSpMkLst>
            <pc:docMk/>
            <pc:sldMk cId="3038311235" sldId="296"/>
            <ac:cxnSpMk id="43" creationId="{700ABDC5-A932-90CA-F114-61E4C97C99A9}"/>
          </ac:cxnSpMkLst>
        </pc:cxnChg>
      </pc:sldChg>
      <pc:sldChg chg="addSp delSp modSp add mod ord">
        <pc:chgData name="Mauro Chiozzi" userId="4281d9fbd53d17b8" providerId="LiveId" clId="{7FF02F8F-A6E2-47FD-92B8-43E4B84FBB7B}" dt="2026-07-05T18:38:19.750" v="8247" actId="1076"/>
        <pc:sldMkLst>
          <pc:docMk/>
          <pc:sldMk cId="4102618998" sldId="298"/>
        </pc:sldMkLst>
        <pc:spChg chg="mod">
          <ac:chgData name="Mauro Chiozzi" userId="4281d9fbd53d17b8" providerId="LiveId" clId="{7FF02F8F-A6E2-47FD-92B8-43E4B84FBB7B}" dt="2026-07-05T18:38:14.050" v="8245" actId="14100"/>
          <ac:spMkLst>
            <pc:docMk/>
            <pc:sldMk cId="4102618998" sldId="298"/>
            <ac:spMk id="3" creationId="{25C8B28B-DC21-1E1C-036D-949AD86BC24D}"/>
          </ac:spMkLst>
        </pc:spChg>
        <pc:picChg chg="add mod modCrop">
          <ac:chgData name="Mauro Chiozzi" userId="4281d9fbd53d17b8" providerId="LiveId" clId="{7FF02F8F-A6E2-47FD-92B8-43E4B84FBB7B}" dt="2026-07-05T18:38:19.750" v="8247" actId="1076"/>
          <ac:picMkLst>
            <pc:docMk/>
            <pc:sldMk cId="4102618998" sldId="298"/>
            <ac:picMk id="14" creationId="{5FA2A2D9-6BE9-7CE8-B43F-2E4123178B6F}"/>
          </ac:picMkLst>
        </pc:picChg>
        <pc:picChg chg="add">
          <ac:chgData name="Mauro Chiozzi" userId="4281d9fbd53d17b8" providerId="LiveId" clId="{7FF02F8F-A6E2-47FD-92B8-43E4B84FBB7B}" dt="2026-07-04T19:48:41.737" v="5451" actId="22"/>
          <ac:picMkLst>
            <pc:docMk/>
            <pc:sldMk cId="4102618998" sldId="298"/>
            <ac:picMk id="16" creationId="{21AFBB52-740D-3142-F1A8-FA1AD3E58A99}"/>
          </ac:picMkLst>
        </pc:picChg>
        <pc:picChg chg="add mod modCrop">
          <ac:chgData name="Mauro Chiozzi" userId="4281d9fbd53d17b8" providerId="LiveId" clId="{7FF02F8F-A6E2-47FD-92B8-43E4B84FBB7B}" dt="2026-07-04T19:49:49.373" v="5504" actId="1076"/>
          <ac:picMkLst>
            <pc:docMk/>
            <pc:sldMk cId="4102618998" sldId="298"/>
            <ac:picMk id="18" creationId="{97725397-4992-7B6C-28C2-2CEB2AC3078E}"/>
          </ac:picMkLst>
        </pc:picChg>
      </pc:sldChg>
      <pc:sldChg chg="addSp delSp modSp add del mod ord modAnim">
        <pc:chgData name="Mauro Chiozzi" userId="4281d9fbd53d17b8" providerId="LiveId" clId="{7FF02F8F-A6E2-47FD-92B8-43E4B84FBB7B}" dt="2026-07-04T21:30:04.240" v="5844"/>
        <pc:sldMkLst>
          <pc:docMk/>
          <pc:sldMk cId="3432839486" sldId="300"/>
        </pc:sldMkLst>
        <pc:spChg chg="add mod">
          <ac:chgData name="Mauro Chiozzi" userId="4281d9fbd53d17b8" providerId="LiveId" clId="{7FF02F8F-A6E2-47FD-92B8-43E4B84FBB7B}" dt="2026-07-04T21:29:53.376" v="5842" actId="165"/>
          <ac:spMkLst>
            <pc:docMk/>
            <pc:sldMk cId="3432839486" sldId="300"/>
            <ac:spMk id="21" creationId="{A5722837-1149-23D0-46E7-E8D2BBD1E405}"/>
          </ac:spMkLst>
        </pc:spChg>
        <pc:spChg chg="add mod">
          <ac:chgData name="Mauro Chiozzi" userId="4281d9fbd53d17b8" providerId="LiveId" clId="{7FF02F8F-A6E2-47FD-92B8-43E4B84FBB7B}" dt="2026-07-04T21:29:53.376" v="5842" actId="165"/>
          <ac:spMkLst>
            <pc:docMk/>
            <pc:sldMk cId="3432839486" sldId="300"/>
            <ac:spMk id="23" creationId="{3D08810F-BF0D-8B14-F77D-03BCBFAF4A09}"/>
          </ac:spMkLst>
        </pc:spChg>
        <pc:spChg chg="add mod">
          <ac:chgData name="Mauro Chiozzi" userId="4281d9fbd53d17b8" providerId="LiveId" clId="{7FF02F8F-A6E2-47FD-92B8-43E4B84FBB7B}" dt="2026-07-04T21:29:53.376" v="5842" actId="165"/>
          <ac:spMkLst>
            <pc:docMk/>
            <pc:sldMk cId="3432839486" sldId="300"/>
            <ac:spMk id="25" creationId="{4E518305-4557-0F93-A694-B7F8FC487CF4}"/>
          </ac:spMkLst>
        </pc:spChg>
        <pc:spChg chg="add mod">
          <ac:chgData name="Mauro Chiozzi" userId="4281d9fbd53d17b8" providerId="LiveId" clId="{7FF02F8F-A6E2-47FD-92B8-43E4B84FBB7B}" dt="2026-07-04T21:29:53.376" v="5842" actId="165"/>
          <ac:spMkLst>
            <pc:docMk/>
            <pc:sldMk cId="3432839486" sldId="300"/>
            <ac:spMk id="27" creationId="{3EC74BD6-7828-F8F1-A902-59AD4BE27389}"/>
          </ac:spMkLst>
        </pc:spChg>
        <pc:spChg chg="add mod">
          <ac:chgData name="Mauro Chiozzi" userId="4281d9fbd53d17b8" providerId="LiveId" clId="{7FF02F8F-A6E2-47FD-92B8-43E4B84FBB7B}" dt="2026-07-04T21:29:53.376" v="5842" actId="165"/>
          <ac:spMkLst>
            <pc:docMk/>
            <pc:sldMk cId="3432839486" sldId="300"/>
            <ac:spMk id="31" creationId="{F6F69FAC-5387-42BD-F9D7-4D3111704137}"/>
          </ac:spMkLst>
        </pc:spChg>
        <pc:spChg chg="add mod">
          <ac:chgData name="Mauro Chiozzi" userId="4281d9fbd53d17b8" providerId="LiveId" clId="{7FF02F8F-A6E2-47FD-92B8-43E4B84FBB7B}" dt="2026-07-04T21:29:53.376" v="5842" actId="165"/>
          <ac:spMkLst>
            <pc:docMk/>
            <pc:sldMk cId="3432839486" sldId="300"/>
            <ac:spMk id="33" creationId="{3A052653-2466-987B-B2BD-CD62904E1A08}"/>
          </ac:spMkLst>
        </pc:spChg>
        <pc:spChg chg="add mod">
          <ac:chgData name="Mauro Chiozzi" userId="4281d9fbd53d17b8" providerId="LiveId" clId="{7FF02F8F-A6E2-47FD-92B8-43E4B84FBB7B}" dt="2026-07-04T19:50:29.247" v="5523" actId="20577"/>
          <ac:spMkLst>
            <pc:docMk/>
            <pc:sldMk cId="3432839486" sldId="300"/>
            <ac:spMk id="53" creationId="{F7FDEA17-66C5-1A30-54AC-DA50855C599A}"/>
          </ac:spMkLst>
        </pc:spChg>
        <pc:spChg chg="add mod">
          <ac:chgData name="Mauro Chiozzi" userId="4281d9fbd53d17b8" providerId="LiveId" clId="{7FF02F8F-A6E2-47FD-92B8-43E4B84FBB7B}" dt="2026-07-03T17:13:25.608" v="1913" actId="20577"/>
          <ac:spMkLst>
            <pc:docMk/>
            <pc:sldMk cId="3432839486" sldId="300"/>
            <ac:spMk id="65" creationId="{9D765583-568C-9F7B-D025-A8B2D0DEB1EE}"/>
          </ac:spMkLst>
        </pc:spChg>
        <pc:spChg chg="add mod">
          <ac:chgData name="Mauro Chiozzi" userId="4281d9fbd53d17b8" providerId="LiveId" clId="{7FF02F8F-A6E2-47FD-92B8-43E4B84FBB7B}" dt="2026-07-03T17:13:42.631" v="1943" actId="1076"/>
          <ac:spMkLst>
            <pc:docMk/>
            <pc:sldMk cId="3432839486" sldId="300"/>
            <ac:spMk id="69" creationId="{821C3AE0-9750-CB22-9748-94AAA920596B}"/>
          </ac:spMkLst>
        </pc:spChg>
        <pc:grpChg chg="add mod">
          <ac:chgData name="Mauro Chiozzi" userId="4281d9fbd53d17b8" providerId="LiveId" clId="{7FF02F8F-A6E2-47FD-92B8-43E4B84FBB7B}" dt="2026-07-03T16:58:37.508" v="1504" actId="164"/>
          <ac:grpSpMkLst>
            <pc:docMk/>
            <pc:sldMk cId="3432839486" sldId="300"/>
            <ac:grpSpMk id="34" creationId="{2A81469A-BE41-506D-F7CB-DE0C824D0DF8}"/>
          </ac:grpSpMkLst>
        </pc:grpChg>
        <pc:grpChg chg="add mod">
          <ac:chgData name="Mauro Chiozzi" userId="4281d9fbd53d17b8" providerId="LiveId" clId="{7FF02F8F-A6E2-47FD-92B8-43E4B84FBB7B}" dt="2026-07-02T17:12:08.987" v="621" actId="465"/>
          <ac:grpSpMkLst>
            <pc:docMk/>
            <pc:sldMk cId="3432839486" sldId="300"/>
            <ac:grpSpMk id="35" creationId="{8E302021-EBBA-F122-561D-87972ABA56D4}"/>
          </ac:grpSpMkLst>
        </pc:grpChg>
        <pc:grpChg chg="add mod">
          <ac:chgData name="Mauro Chiozzi" userId="4281d9fbd53d17b8" providerId="LiveId" clId="{7FF02F8F-A6E2-47FD-92B8-43E4B84FBB7B}" dt="2026-07-02T17:12:08.987" v="621" actId="465"/>
          <ac:grpSpMkLst>
            <pc:docMk/>
            <pc:sldMk cId="3432839486" sldId="300"/>
            <ac:grpSpMk id="36" creationId="{190BE628-EB90-44D7-DC1B-F7A008ED521C}"/>
          </ac:grpSpMkLst>
        </pc:grpChg>
        <pc:grpChg chg="add mod">
          <ac:chgData name="Mauro Chiozzi" userId="4281d9fbd53d17b8" providerId="LiveId" clId="{7FF02F8F-A6E2-47FD-92B8-43E4B84FBB7B}" dt="2026-07-02T17:12:01.967" v="620" actId="1076"/>
          <ac:grpSpMkLst>
            <pc:docMk/>
            <pc:sldMk cId="3432839486" sldId="300"/>
            <ac:grpSpMk id="37" creationId="{E9169559-A6B9-C340-94ED-08BB153EE89E}"/>
          </ac:grpSpMkLst>
        </pc:grpChg>
        <pc:picChg chg="add mod ord">
          <ac:chgData name="Mauro Chiozzi" userId="4281d9fbd53d17b8" providerId="LiveId" clId="{7FF02F8F-A6E2-47FD-92B8-43E4B84FBB7B}" dt="2026-07-04T19:20:02.089" v="5401" actId="1076"/>
          <ac:picMkLst>
            <pc:docMk/>
            <pc:sldMk cId="3432839486" sldId="300"/>
            <ac:picMk id="4" creationId="{27C32A0B-9C15-5097-E0F4-C3A5E32332CA}"/>
          </ac:picMkLst>
        </pc:picChg>
        <pc:picChg chg="add mod">
          <ac:chgData name="Mauro Chiozzi" userId="4281d9fbd53d17b8" providerId="LiveId" clId="{7FF02F8F-A6E2-47FD-92B8-43E4B84FBB7B}" dt="2026-07-04T21:29:53.376" v="5842" actId="165"/>
          <ac:picMkLst>
            <pc:docMk/>
            <pc:sldMk cId="3432839486" sldId="300"/>
            <ac:picMk id="5" creationId="{1C81FFA2-CCAA-077C-9454-87DAFE5D611A}"/>
          </ac:picMkLst>
        </pc:picChg>
        <pc:picChg chg="add mod">
          <ac:chgData name="Mauro Chiozzi" userId="4281d9fbd53d17b8" providerId="LiveId" clId="{7FF02F8F-A6E2-47FD-92B8-43E4B84FBB7B}" dt="2026-07-02T17:11:32.826" v="607" actId="164"/>
          <ac:picMkLst>
            <pc:docMk/>
            <pc:sldMk cId="3432839486" sldId="300"/>
            <ac:picMk id="9" creationId="{3A34F935-E16C-1C30-5E51-115BDDA2ACA3}"/>
          </ac:picMkLst>
        </pc:picChg>
        <pc:picChg chg="add mod">
          <ac:chgData name="Mauro Chiozzi" userId="4281d9fbd53d17b8" providerId="LiveId" clId="{7FF02F8F-A6E2-47FD-92B8-43E4B84FBB7B}" dt="2026-07-04T21:29:53.376" v="5842" actId="165"/>
          <ac:picMkLst>
            <pc:docMk/>
            <pc:sldMk cId="3432839486" sldId="300"/>
            <ac:picMk id="11" creationId="{5FFD32E3-7F86-B03E-AE08-B0E50927ED99}"/>
          </ac:picMkLst>
        </pc:picChg>
        <pc:picChg chg="add mod">
          <ac:chgData name="Mauro Chiozzi" userId="4281d9fbd53d17b8" providerId="LiveId" clId="{7FF02F8F-A6E2-47FD-92B8-43E4B84FBB7B}" dt="2026-07-02T17:11:52.629" v="618" actId="164"/>
          <ac:picMkLst>
            <pc:docMk/>
            <pc:sldMk cId="3432839486" sldId="300"/>
            <ac:picMk id="14" creationId="{CF6D860E-B93D-1DFC-68DA-FCA818FCC34A}"/>
          </ac:picMkLst>
        </pc:picChg>
        <pc:picChg chg="add mod">
          <ac:chgData name="Mauro Chiozzi" userId="4281d9fbd53d17b8" providerId="LiveId" clId="{7FF02F8F-A6E2-47FD-92B8-43E4B84FBB7B}" dt="2026-07-03T16:58:37.508" v="1504" actId="164"/>
          <ac:picMkLst>
            <pc:docMk/>
            <pc:sldMk cId="3432839486" sldId="300"/>
            <ac:picMk id="39" creationId="{E37B710D-917C-6AD1-FACD-4D3AF3820C4E}"/>
          </ac:picMkLst>
        </pc:picChg>
        <pc:picChg chg="add mod">
          <ac:chgData name="Mauro Chiozzi" userId="4281d9fbd53d17b8" providerId="LiveId" clId="{7FF02F8F-A6E2-47FD-92B8-43E4B84FBB7B}" dt="2026-07-03T16:58:37.508" v="1504" actId="164"/>
          <ac:picMkLst>
            <pc:docMk/>
            <pc:sldMk cId="3432839486" sldId="300"/>
            <ac:picMk id="41" creationId="{103EA38B-CDAC-AB92-E477-B49A6D85C5AE}"/>
          </ac:picMkLst>
        </pc:picChg>
        <pc:picChg chg="add mod">
          <ac:chgData name="Mauro Chiozzi" userId="4281d9fbd53d17b8" providerId="LiveId" clId="{7FF02F8F-A6E2-47FD-92B8-43E4B84FBB7B}" dt="2026-07-03T16:58:37.508" v="1504" actId="164"/>
          <ac:picMkLst>
            <pc:docMk/>
            <pc:sldMk cId="3432839486" sldId="300"/>
            <ac:picMk id="43" creationId="{C862284E-7416-9B13-751B-D30D604794AD}"/>
          </ac:picMkLst>
        </pc:picChg>
        <pc:picChg chg="add mod topLvl">
          <ac:chgData name="Mauro Chiozzi" userId="4281d9fbd53d17b8" providerId="LiveId" clId="{7FF02F8F-A6E2-47FD-92B8-43E4B84FBB7B}" dt="2026-07-04T21:29:53.376" v="5842" actId="165"/>
          <ac:picMkLst>
            <pc:docMk/>
            <pc:sldMk cId="3432839486" sldId="300"/>
            <ac:picMk id="45" creationId="{8659CF7F-90FA-5C72-7F8A-2AB6E5BC0623}"/>
          </ac:picMkLst>
        </pc:picChg>
        <pc:picChg chg="add mod">
          <ac:chgData name="Mauro Chiozzi" userId="4281d9fbd53d17b8" providerId="LiveId" clId="{7FF02F8F-A6E2-47FD-92B8-43E4B84FBB7B}" dt="2026-07-03T16:58:37.508" v="1504" actId="164"/>
          <ac:picMkLst>
            <pc:docMk/>
            <pc:sldMk cId="3432839486" sldId="300"/>
            <ac:picMk id="47" creationId="{9A88734B-6233-E166-83B6-83653C5FBFF9}"/>
          </ac:picMkLst>
        </pc:picChg>
        <pc:picChg chg="add mod topLvl">
          <ac:chgData name="Mauro Chiozzi" userId="4281d9fbd53d17b8" providerId="LiveId" clId="{7FF02F8F-A6E2-47FD-92B8-43E4B84FBB7B}" dt="2026-07-04T21:29:53.376" v="5842" actId="165"/>
          <ac:picMkLst>
            <pc:docMk/>
            <pc:sldMk cId="3432839486" sldId="300"/>
            <ac:picMk id="49" creationId="{A781E598-4B3C-3976-4D0D-D9DA858297CA}"/>
          </ac:picMkLst>
        </pc:picChg>
        <pc:picChg chg="add mod">
          <ac:chgData name="Mauro Chiozzi" userId="4281d9fbd53d17b8" providerId="LiveId" clId="{7FF02F8F-A6E2-47FD-92B8-43E4B84FBB7B}" dt="2026-07-03T16:58:37.508" v="1504" actId="164"/>
          <ac:picMkLst>
            <pc:docMk/>
            <pc:sldMk cId="3432839486" sldId="300"/>
            <ac:picMk id="51" creationId="{A448A596-FDFE-BA14-05E0-B85FC03C54EA}"/>
          </ac:picMkLst>
        </pc:picChg>
        <pc:picChg chg="add mod">
          <ac:chgData name="Mauro Chiozzi" userId="4281d9fbd53d17b8" providerId="LiveId" clId="{7FF02F8F-A6E2-47FD-92B8-43E4B84FBB7B}" dt="2026-07-03T16:59:27.779" v="1530" actId="12788"/>
          <ac:picMkLst>
            <pc:docMk/>
            <pc:sldMk cId="3432839486" sldId="300"/>
            <ac:picMk id="55" creationId="{B5E431E3-CCEC-C860-6AF1-737F749F819C}"/>
          </ac:picMkLst>
        </pc:picChg>
        <pc:picChg chg="add mod">
          <ac:chgData name="Mauro Chiozzi" userId="4281d9fbd53d17b8" providerId="LiveId" clId="{7FF02F8F-A6E2-47FD-92B8-43E4B84FBB7B}" dt="2026-07-03T16:59:27.779" v="1530" actId="12788"/>
          <ac:picMkLst>
            <pc:docMk/>
            <pc:sldMk cId="3432839486" sldId="300"/>
            <ac:picMk id="57" creationId="{2567E876-F9CA-F37B-1FE0-D65776E0D980}"/>
          </ac:picMkLst>
        </pc:picChg>
        <pc:picChg chg="add mod">
          <ac:chgData name="Mauro Chiozzi" userId="4281d9fbd53d17b8" providerId="LiveId" clId="{7FF02F8F-A6E2-47FD-92B8-43E4B84FBB7B}" dt="2026-07-03T16:59:27.779" v="1530" actId="12788"/>
          <ac:picMkLst>
            <pc:docMk/>
            <pc:sldMk cId="3432839486" sldId="300"/>
            <ac:picMk id="59" creationId="{8CC7D028-9E94-522A-9DCB-17CFDFD4808C}"/>
          </ac:picMkLst>
        </pc:picChg>
        <pc:picChg chg="add mod">
          <ac:chgData name="Mauro Chiozzi" userId="4281d9fbd53d17b8" providerId="LiveId" clId="{7FF02F8F-A6E2-47FD-92B8-43E4B84FBB7B}" dt="2026-07-03T16:59:27.779" v="1530" actId="12788"/>
          <ac:picMkLst>
            <pc:docMk/>
            <pc:sldMk cId="3432839486" sldId="300"/>
            <ac:picMk id="61" creationId="{9582B403-B4E3-6633-A0EE-BF9311B1788C}"/>
          </ac:picMkLst>
        </pc:picChg>
        <pc:picChg chg="add mod">
          <ac:chgData name="Mauro Chiozzi" userId="4281d9fbd53d17b8" providerId="LiveId" clId="{7FF02F8F-A6E2-47FD-92B8-43E4B84FBB7B}" dt="2026-07-03T17:12:52.246" v="1887" actId="1076"/>
          <ac:picMkLst>
            <pc:docMk/>
            <pc:sldMk cId="3432839486" sldId="300"/>
            <ac:picMk id="63" creationId="{A04FFBE9-F26F-A215-4463-D910293DA1F3}"/>
          </ac:picMkLst>
        </pc:picChg>
        <pc:picChg chg="add mod">
          <ac:chgData name="Mauro Chiozzi" userId="4281d9fbd53d17b8" providerId="LiveId" clId="{7FF02F8F-A6E2-47FD-92B8-43E4B84FBB7B}" dt="2026-07-03T17:13:08.800" v="1891" actId="1076"/>
          <ac:picMkLst>
            <pc:docMk/>
            <pc:sldMk cId="3432839486" sldId="300"/>
            <ac:picMk id="67" creationId="{3FF80D02-6993-C8E0-6B58-580297DA3D03}"/>
          </ac:picMkLst>
        </pc:picChg>
      </pc:sldChg>
      <pc:sldChg chg="addSp delSp modSp add mod modAnim">
        <pc:chgData name="Mauro Chiozzi" userId="4281d9fbd53d17b8" providerId="LiveId" clId="{7FF02F8F-A6E2-47FD-92B8-43E4B84FBB7B}" dt="2026-07-04T21:28:24.066" v="5832"/>
        <pc:sldMkLst>
          <pc:docMk/>
          <pc:sldMk cId="3509853162" sldId="301"/>
        </pc:sldMkLst>
        <pc:spChg chg="add mod topLvl">
          <ac:chgData name="Mauro Chiozzi" userId="4281d9fbd53d17b8" providerId="LiveId" clId="{7FF02F8F-A6E2-47FD-92B8-43E4B84FBB7B}" dt="2026-07-04T21:28:10.890" v="5830" actId="165"/>
          <ac:spMkLst>
            <pc:docMk/>
            <pc:sldMk cId="3509853162" sldId="301"/>
            <ac:spMk id="26" creationId="{5CF6CADD-C113-BF76-4690-EF5F02CC9C1C}"/>
          </ac:spMkLst>
        </pc:spChg>
        <pc:picChg chg="add mod topLvl">
          <ac:chgData name="Mauro Chiozzi" userId="4281d9fbd53d17b8" providerId="LiveId" clId="{7FF02F8F-A6E2-47FD-92B8-43E4B84FBB7B}" dt="2026-07-04T21:28:10.890" v="5830" actId="165"/>
          <ac:picMkLst>
            <pc:docMk/>
            <pc:sldMk cId="3509853162" sldId="301"/>
            <ac:picMk id="5" creationId="{20FBE502-C151-463A-6CDA-B57173780AE4}"/>
          </ac:picMkLst>
        </pc:picChg>
        <pc:picChg chg="add">
          <ac:chgData name="Mauro Chiozzi" userId="4281d9fbd53d17b8" providerId="LiveId" clId="{7FF02F8F-A6E2-47FD-92B8-43E4B84FBB7B}" dt="2026-07-04T20:43:58.288" v="5723" actId="22"/>
          <ac:picMkLst>
            <pc:docMk/>
            <pc:sldMk cId="3509853162" sldId="301"/>
            <ac:picMk id="7" creationId="{0534CC32-C3E2-A55F-71C4-D9153492EF44}"/>
          </ac:picMkLst>
        </pc:picChg>
        <pc:picChg chg="add mod modCrop">
          <ac:chgData name="Mauro Chiozzi" userId="4281d9fbd53d17b8" providerId="LiveId" clId="{7FF02F8F-A6E2-47FD-92B8-43E4B84FBB7B}" dt="2026-07-03T17:22:05.942" v="2322" actId="1076"/>
          <ac:picMkLst>
            <pc:docMk/>
            <pc:sldMk cId="3509853162" sldId="301"/>
            <ac:picMk id="23" creationId="{4F105EB1-8129-4910-C471-F7556C6772E3}"/>
          </ac:picMkLst>
        </pc:picChg>
        <pc:picChg chg="add mod topLvl">
          <ac:chgData name="Mauro Chiozzi" userId="4281d9fbd53d17b8" providerId="LiveId" clId="{7FF02F8F-A6E2-47FD-92B8-43E4B84FBB7B}" dt="2026-07-04T21:28:10.890" v="5830" actId="165"/>
          <ac:picMkLst>
            <pc:docMk/>
            <pc:sldMk cId="3509853162" sldId="301"/>
            <ac:picMk id="25" creationId="{C45BF477-B1C8-BBEC-F70B-1ACA0DA9A194}"/>
          </ac:picMkLst>
        </pc:picChg>
        <pc:cxnChg chg="add mod topLvl">
          <ac:chgData name="Mauro Chiozzi" userId="4281d9fbd53d17b8" providerId="LiveId" clId="{7FF02F8F-A6E2-47FD-92B8-43E4B84FBB7B}" dt="2026-07-04T21:28:10.890" v="5830" actId="165"/>
          <ac:cxnSpMkLst>
            <pc:docMk/>
            <pc:sldMk cId="3509853162" sldId="301"/>
            <ac:cxnSpMk id="30" creationId="{83CB8A7F-FA98-3DA6-8C61-BB000BB27916}"/>
          </ac:cxnSpMkLst>
        </pc:cxnChg>
      </pc:sldChg>
      <pc:sldChg chg="addSp delSp modSp add mod">
        <pc:chgData name="Mauro Chiozzi" userId="4281d9fbd53d17b8" providerId="LiveId" clId="{7FF02F8F-A6E2-47FD-92B8-43E4B84FBB7B}" dt="2026-07-07T19:47:03.610" v="8466" actId="20577"/>
        <pc:sldMkLst>
          <pc:docMk/>
          <pc:sldMk cId="1345555409" sldId="303"/>
        </pc:sldMkLst>
        <pc:spChg chg="mod">
          <ac:chgData name="Mauro Chiozzi" userId="4281d9fbd53d17b8" providerId="LiveId" clId="{7FF02F8F-A6E2-47FD-92B8-43E4B84FBB7B}" dt="2026-07-07T19:47:03.610" v="8466" actId="20577"/>
          <ac:spMkLst>
            <pc:docMk/>
            <pc:sldMk cId="1345555409" sldId="303"/>
            <ac:spMk id="12" creationId="{97A7584A-D2B2-676E-775C-5DB17428F41F}"/>
          </ac:spMkLst>
        </pc:spChg>
        <pc:picChg chg="add mod">
          <ac:chgData name="Mauro Chiozzi" userId="4281d9fbd53d17b8" providerId="LiveId" clId="{7FF02F8F-A6E2-47FD-92B8-43E4B84FBB7B}" dt="2026-07-03T17:56:14.708" v="2365" actId="1076"/>
          <ac:picMkLst>
            <pc:docMk/>
            <pc:sldMk cId="1345555409" sldId="303"/>
            <ac:picMk id="4" creationId="{25E120FE-25D1-DA04-6040-D63858E1F19F}"/>
          </ac:picMkLst>
        </pc:picChg>
      </pc:sldChg>
      <pc:sldChg chg="addSp delSp modSp add mod ord">
        <pc:chgData name="Mauro Chiozzi" userId="4281d9fbd53d17b8" providerId="LiveId" clId="{7FF02F8F-A6E2-47FD-92B8-43E4B84FBB7B}" dt="2026-07-03T17:01:01.999" v="1600"/>
        <pc:sldMkLst>
          <pc:docMk/>
          <pc:sldMk cId="3851170398" sldId="305"/>
        </pc:sldMkLst>
        <pc:spChg chg="add del mod">
          <ac:chgData name="Mauro Chiozzi" userId="4281d9fbd53d17b8" providerId="LiveId" clId="{7FF02F8F-A6E2-47FD-92B8-43E4B84FBB7B}" dt="2026-07-02T19:35:57.961" v="1476" actId="478"/>
          <ac:spMkLst>
            <pc:docMk/>
            <pc:sldMk cId="3851170398" sldId="305"/>
            <ac:spMk id="3" creationId="{8AC4FC7D-1A8B-BF83-94AF-8301AAA6705F}"/>
          </ac:spMkLst>
        </pc:spChg>
        <pc:spChg chg="mod">
          <ac:chgData name="Mauro Chiozzi" userId="4281d9fbd53d17b8" providerId="LiveId" clId="{7FF02F8F-A6E2-47FD-92B8-43E4B84FBB7B}" dt="2026-07-02T18:45:57.522" v="1301"/>
          <ac:spMkLst>
            <pc:docMk/>
            <pc:sldMk cId="3851170398" sldId="305"/>
            <ac:spMk id="8" creationId="{BE371D34-4BFE-6806-90CA-DDC756444927}"/>
          </ac:spMkLst>
        </pc:spChg>
        <pc:picChg chg="add mod modCrop">
          <ac:chgData name="Mauro Chiozzi" userId="4281d9fbd53d17b8" providerId="LiveId" clId="{7FF02F8F-A6E2-47FD-92B8-43E4B84FBB7B}" dt="2026-07-02T19:36:13.683" v="1486" actId="1076"/>
          <ac:picMkLst>
            <pc:docMk/>
            <pc:sldMk cId="3851170398" sldId="305"/>
            <ac:picMk id="22" creationId="{241D2B61-4656-D51B-4077-C752632B4123}"/>
          </ac:picMkLst>
        </pc:picChg>
        <pc:picChg chg="add mod">
          <ac:chgData name="Mauro Chiozzi" userId="4281d9fbd53d17b8" providerId="LiveId" clId="{7FF02F8F-A6E2-47FD-92B8-43E4B84FBB7B}" dt="2026-07-02T19:39:40.872" v="1496" actId="1076"/>
          <ac:picMkLst>
            <pc:docMk/>
            <pc:sldMk cId="3851170398" sldId="305"/>
            <ac:picMk id="27" creationId="{4247340C-C62D-3E93-A53A-058FC3B03FEF}"/>
          </ac:picMkLst>
        </pc:picChg>
      </pc:sldChg>
      <pc:sldChg chg="addSp delSp modSp add del mod modShow">
        <pc:chgData name="Mauro Chiozzi" userId="4281d9fbd53d17b8" providerId="LiveId" clId="{7FF02F8F-A6E2-47FD-92B8-43E4B84FBB7B}" dt="2026-07-08T15:43:35.991" v="8782" actId="47"/>
        <pc:sldMkLst>
          <pc:docMk/>
          <pc:sldMk cId="982760240" sldId="306"/>
        </pc:sldMkLst>
        <pc:spChg chg="mod">
          <ac:chgData name="Mauro Chiozzi" userId="4281d9fbd53d17b8" providerId="LiveId" clId="{7FF02F8F-A6E2-47FD-92B8-43E4B84FBB7B}" dt="2026-07-04T19:51:53.393" v="5564" actId="14100"/>
          <ac:spMkLst>
            <pc:docMk/>
            <pc:sldMk cId="982760240" sldId="306"/>
            <ac:spMk id="3" creationId="{98FE56CD-C181-14C8-CFBA-8515669BD9CE}"/>
          </ac:spMkLst>
        </pc:spChg>
        <pc:picChg chg="add mod">
          <ac:chgData name="Mauro Chiozzi" userId="4281d9fbd53d17b8" providerId="LiveId" clId="{7FF02F8F-A6E2-47FD-92B8-43E4B84FBB7B}" dt="2026-07-02T18:54:51.974" v="1372" actId="1076"/>
          <ac:picMkLst>
            <pc:docMk/>
            <pc:sldMk cId="982760240" sldId="306"/>
            <ac:picMk id="7" creationId="{3249851F-1154-CBDA-2ED8-A1E8503052DD}"/>
          </ac:picMkLst>
        </pc:picChg>
      </pc:sldChg>
      <pc:sldChg chg="addSp delSp modSp add mod ord modAnim">
        <pc:chgData name="Mauro Chiozzi" userId="4281d9fbd53d17b8" providerId="LiveId" clId="{7FF02F8F-A6E2-47FD-92B8-43E4B84FBB7B}" dt="2026-07-05T18:38:56.173" v="8264" actId="20577"/>
        <pc:sldMkLst>
          <pc:docMk/>
          <pc:sldMk cId="2302847652" sldId="308"/>
        </pc:sldMkLst>
        <pc:spChg chg="mod">
          <ac:chgData name="Mauro Chiozzi" userId="4281d9fbd53d17b8" providerId="LiveId" clId="{7FF02F8F-A6E2-47FD-92B8-43E4B84FBB7B}" dt="2026-07-05T18:38:56.173" v="8264" actId="20577"/>
          <ac:spMkLst>
            <pc:docMk/>
            <pc:sldMk cId="2302847652" sldId="308"/>
            <ac:spMk id="3" creationId="{A2C14B6C-2D17-DC7E-50E7-B5AE6F221D69}"/>
          </ac:spMkLst>
        </pc:spChg>
        <pc:spChg chg="mod">
          <ac:chgData name="Mauro Chiozzi" userId="4281d9fbd53d17b8" providerId="LiveId" clId="{7FF02F8F-A6E2-47FD-92B8-43E4B84FBB7B}" dt="2026-07-03T17:01:14.042" v="1603"/>
          <ac:spMkLst>
            <pc:docMk/>
            <pc:sldMk cId="2302847652" sldId="308"/>
            <ac:spMk id="8" creationId="{32E4123C-AD9D-C7BD-F58F-36E208A79BA0}"/>
          </ac:spMkLst>
        </pc:spChg>
        <pc:spChg chg="mod">
          <ac:chgData name="Mauro Chiozzi" userId="4281d9fbd53d17b8" providerId="LiveId" clId="{7FF02F8F-A6E2-47FD-92B8-43E4B84FBB7B}" dt="2026-07-03T17:10:29.694" v="1828" actId="1076"/>
          <ac:spMkLst>
            <pc:docMk/>
            <pc:sldMk cId="2302847652" sldId="308"/>
            <ac:spMk id="10" creationId="{06D65F49-D401-8959-ACC1-1843A3FA5274}"/>
          </ac:spMkLst>
        </pc:spChg>
        <pc:spChg chg="add mod">
          <ac:chgData name="Mauro Chiozzi" userId="4281d9fbd53d17b8" providerId="LiveId" clId="{7FF02F8F-A6E2-47FD-92B8-43E4B84FBB7B}" dt="2026-07-03T17:14:36.175" v="1960" actId="164"/>
          <ac:spMkLst>
            <pc:docMk/>
            <pc:sldMk cId="2302847652" sldId="308"/>
            <ac:spMk id="26" creationId="{851661AC-8478-4EDE-BC97-74E4CCB9F816}"/>
          </ac:spMkLst>
        </pc:spChg>
        <pc:spChg chg="add mod">
          <ac:chgData name="Mauro Chiozzi" userId="4281d9fbd53d17b8" providerId="LiveId" clId="{7FF02F8F-A6E2-47FD-92B8-43E4B84FBB7B}" dt="2026-07-03T17:14:32.857" v="1959" actId="164"/>
          <ac:spMkLst>
            <pc:docMk/>
            <pc:sldMk cId="2302847652" sldId="308"/>
            <ac:spMk id="29" creationId="{44A0AAF9-B338-0233-2660-8C1D830F9E32}"/>
          </ac:spMkLst>
        </pc:spChg>
        <pc:spChg chg="add mod">
          <ac:chgData name="Mauro Chiozzi" userId="4281d9fbd53d17b8" providerId="LiveId" clId="{7FF02F8F-A6E2-47FD-92B8-43E4B84FBB7B}" dt="2026-07-03T17:19:19.666" v="2154" actId="1076"/>
          <ac:spMkLst>
            <pc:docMk/>
            <pc:sldMk cId="2302847652" sldId="308"/>
            <ac:spMk id="31" creationId="{756DFA70-7BEE-1E35-520F-D1BD907A165A}"/>
          </ac:spMkLst>
        </pc:spChg>
        <pc:spChg chg="add mod">
          <ac:chgData name="Mauro Chiozzi" userId="4281d9fbd53d17b8" providerId="LiveId" clId="{7FF02F8F-A6E2-47FD-92B8-43E4B84FBB7B}" dt="2026-07-03T17:14:44.753" v="1963" actId="164"/>
          <ac:spMkLst>
            <pc:docMk/>
            <pc:sldMk cId="2302847652" sldId="308"/>
            <ac:spMk id="33" creationId="{39605AAB-9679-9193-B48E-D43497CE8FE7}"/>
          </ac:spMkLst>
        </pc:spChg>
        <pc:spChg chg="mod">
          <ac:chgData name="Mauro Chiozzi" userId="4281d9fbd53d17b8" providerId="LiveId" clId="{7FF02F8F-A6E2-47FD-92B8-43E4B84FBB7B}" dt="2026-07-03T17:16:33.029" v="2025" actId="20577"/>
          <ac:spMkLst>
            <pc:docMk/>
            <pc:sldMk cId="2302847652" sldId="308"/>
            <ac:spMk id="58" creationId="{2B871E9B-4A98-0DA0-39D0-1BEAFA6EE1B4}"/>
          </ac:spMkLst>
        </pc:spChg>
        <pc:grpChg chg="add del mod">
          <ac:chgData name="Mauro Chiozzi" userId="4281d9fbd53d17b8" providerId="LiveId" clId="{7FF02F8F-A6E2-47FD-92B8-43E4B84FBB7B}" dt="2026-07-03T17:16:13.776" v="1986" actId="1076"/>
          <ac:grpSpMkLst>
            <pc:docMk/>
            <pc:sldMk cId="2302847652" sldId="308"/>
            <ac:grpSpMk id="7" creationId="{D87A5BE7-0DAD-0BD1-3BD7-71CC30050EB4}"/>
          </ac:grpSpMkLst>
        </pc:grpChg>
        <pc:grpChg chg="add mod">
          <ac:chgData name="Mauro Chiozzi" userId="4281d9fbd53d17b8" providerId="LiveId" clId="{7FF02F8F-A6E2-47FD-92B8-43E4B84FBB7B}" dt="2026-07-03T17:14:32.857" v="1959" actId="164"/>
          <ac:grpSpMkLst>
            <pc:docMk/>
            <pc:sldMk cId="2302847652" sldId="308"/>
            <ac:grpSpMk id="36" creationId="{DA13EAED-4CE7-B3D8-DADD-5A9304BA646F}"/>
          </ac:grpSpMkLst>
        </pc:grpChg>
        <pc:grpChg chg="add mod">
          <ac:chgData name="Mauro Chiozzi" userId="4281d9fbd53d17b8" providerId="LiveId" clId="{7FF02F8F-A6E2-47FD-92B8-43E4B84FBB7B}" dt="2026-07-03T17:18:46.701" v="2146" actId="1076"/>
          <ac:grpSpMkLst>
            <pc:docMk/>
            <pc:sldMk cId="2302847652" sldId="308"/>
            <ac:grpSpMk id="37" creationId="{8294444D-1103-3067-3837-42B5708820D8}"/>
          </ac:grpSpMkLst>
        </pc:grpChg>
        <pc:grpChg chg="add mod">
          <ac:chgData name="Mauro Chiozzi" userId="4281d9fbd53d17b8" providerId="LiveId" clId="{7FF02F8F-A6E2-47FD-92B8-43E4B84FBB7B}" dt="2026-07-03T17:19:23.119" v="2155" actId="1076"/>
          <ac:grpSpMkLst>
            <pc:docMk/>
            <pc:sldMk cId="2302847652" sldId="308"/>
            <ac:grpSpMk id="38" creationId="{AB31DA1F-4549-4D8E-0D36-42814CDC62FB}"/>
          </ac:grpSpMkLst>
        </pc:grpChg>
        <pc:grpChg chg="add del mod">
          <ac:chgData name="Mauro Chiozzi" userId="4281d9fbd53d17b8" providerId="LiveId" clId="{7FF02F8F-A6E2-47FD-92B8-43E4B84FBB7B}" dt="2026-07-03T17:16:13.507" v="1985" actId="21"/>
          <ac:grpSpMkLst>
            <pc:docMk/>
            <pc:sldMk cId="2302847652" sldId="308"/>
            <ac:grpSpMk id="40" creationId="{D1920850-D129-5FDB-5DB0-4B2430570673}"/>
          </ac:grpSpMkLst>
        </pc:grpChg>
        <pc:grpChg chg="add mod">
          <ac:chgData name="Mauro Chiozzi" userId="4281d9fbd53d17b8" providerId="LiveId" clId="{7FF02F8F-A6E2-47FD-92B8-43E4B84FBB7B}" dt="2026-07-03T17:18:49.488" v="2147" actId="1076"/>
          <ac:grpSpMkLst>
            <pc:docMk/>
            <pc:sldMk cId="2302847652" sldId="308"/>
            <ac:grpSpMk id="57" creationId="{A4119DE1-99D8-CBFF-C0CA-E1B0F86E687C}"/>
          </ac:grpSpMkLst>
        </pc:grpChg>
        <pc:picChg chg="add mod">
          <ac:chgData name="Mauro Chiozzi" userId="4281d9fbd53d17b8" providerId="LiveId" clId="{7FF02F8F-A6E2-47FD-92B8-43E4B84FBB7B}" dt="2026-07-05T16:58:06.454" v="7240" actId="1076"/>
          <ac:picMkLst>
            <pc:docMk/>
            <pc:sldMk cId="2302847652" sldId="308"/>
            <ac:picMk id="5" creationId="{1D5C6615-A8B4-818C-EC94-BE122EE471A6}"/>
          </ac:picMkLst>
        </pc:picChg>
        <pc:picChg chg="mod modCrop">
          <ac:chgData name="Mauro Chiozzi" userId="4281d9fbd53d17b8" providerId="LiveId" clId="{7FF02F8F-A6E2-47FD-92B8-43E4B84FBB7B}" dt="2026-07-03T17:10:21.755" v="1826" actId="732"/>
          <ac:picMkLst>
            <pc:docMk/>
            <pc:sldMk cId="2302847652" sldId="308"/>
            <ac:picMk id="9" creationId="{4FB07B3D-C894-B077-C74F-FEFF2CDA3ECF}"/>
          </ac:picMkLst>
        </pc:picChg>
        <pc:picChg chg="add mod">
          <ac:chgData name="Mauro Chiozzi" userId="4281d9fbd53d17b8" providerId="LiveId" clId="{7FF02F8F-A6E2-47FD-92B8-43E4B84FBB7B}" dt="2026-07-03T17:14:32.857" v="1959" actId="164"/>
          <ac:picMkLst>
            <pc:docMk/>
            <pc:sldMk cId="2302847652" sldId="308"/>
            <ac:picMk id="16" creationId="{C9AC3AD9-D30E-BDAF-AF56-FFA3A88C6C93}"/>
          </ac:picMkLst>
        </pc:picChg>
        <pc:picChg chg="add mod">
          <ac:chgData name="Mauro Chiozzi" userId="4281d9fbd53d17b8" providerId="LiveId" clId="{7FF02F8F-A6E2-47FD-92B8-43E4B84FBB7B}" dt="2026-07-03T17:14:36.175" v="1960" actId="164"/>
          <ac:picMkLst>
            <pc:docMk/>
            <pc:sldMk cId="2302847652" sldId="308"/>
            <ac:picMk id="17" creationId="{3E8F8F51-D73A-2FA0-BE4F-3C3E390AB829}"/>
          </ac:picMkLst>
        </pc:picChg>
        <pc:picChg chg="add mod">
          <ac:chgData name="Mauro Chiozzi" userId="4281d9fbd53d17b8" providerId="LiveId" clId="{7FF02F8F-A6E2-47FD-92B8-43E4B84FBB7B}" dt="2026-07-03T17:14:38.837" v="1961" actId="164"/>
          <ac:picMkLst>
            <pc:docMk/>
            <pc:sldMk cId="2302847652" sldId="308"/>
            <ac:picMk id="19" creationId="{C9295891-1A77-61F5-52C8-C6C6722D42F5}"/>
          </ac:picMkLst>
        </pc:picChg>
        <pc:picChg chg="add mod">
          <ac:chgData name="Mauro Chiozzi" userId="4281d9fbd53d17b8" providerId="LiveId" clId="{7FF02F8F-A6E2-47FD-92B8-43E4B84FBB7B}" dt="2026-07-03T17:14:44.753" v="1963" actId="164"/>
          <ac:picMkLst>
            <pc:docMk/>
            <pc:sldMk cId="2302847652" sldId="308"/>
            <ac:picMk id="35" creationId="{5278FEBB-1013-4DB9-183B-E7D2DAE22A79}"/>
          </ac:picMkLst>
        </pc:picChg>
        <pc:picChg chg="mod">
          <ac:chgData name="Mauro Chiozzi" userId="4281d9fbd53d17b8" providerId="LiveId" clId="{7FF02F8F-A6E2-47FD-92B8-43E4B84FBB7B}" dt="2026-07-03T17:16:59.950" v="2028"/>
          <ac:picMkLst>
            <pc:docMk/>
            <pc:sldMk cId="2302847652" sldId="308"/>
            <ac:picMk id="59" creationId="{B0B81544-CC2E-CAF5-546D-209AFCB9ED99}"/>
          </ac:picMkLst>
        </pc:picChg>
        <pc:cxnChg chg="add mod">
          <ac:chgData name="Mauro Chiozzi" userId="4281d9fbd53d17b8" providerId="LiveId" clId="{7FF02F8F-A6E2-47FD-92B8-43E4B84FBB7B}" dt="2026-07-04T21:26:41.977" v="5829" actId="1582"/>
          <ac:cxnSpMkLst>
            <pc:docMk/>
            <pc:sldMk cId="2302847652" sldId="308"/>
            <ac:cxnSpMk id="42" creationId="{98030FBF-6B94-2D10-B6CD-01C7D6FBE526}"/>
          </ac:cxnSpMkLst>
        </pc:cxnChg>
        <pc:cxnChg chg="add mod">
          <ac:chgData name="Mauro Chiozzi" userId="4281d9fbd53d17b8" providerId="LiveId" clId="{7FF02F8F-A6E2-47FD-92B8-43E4B84FBB7B}" dt="2026-07-04T21:26:41.977" v="5829" actId="1582"/>
          <ac:cxnSpMkLst>
            <pc:docMk/>
            <pc:sldMk cId="2302847652" sldId="308"/>
            <ac:cxnSpMk id="44" creationId="{67ECF21C-3326-7551-9E55-C72A5F54BF34}"/>
          </ac:cxnSpMkLst>
        </pc:cxnChg>
        <pc:cxnChg chg="add mod">
          <ac:chgData name="Mauro Chiozzi" userId="4281d9fbd53d17b8" providerId="LiveId" clId="{7FF02F8F-A6E2-47FD-92B8-43E4B84FBB7B}" dt="2026-07-04T21:26:41.977" v="5829" actId="1582"/>
          <ac:cxnSpMkLst>
            <pc:docMk/>
            <pc:sldMk cId="2302847652" sldId="308"/>
            <ac:cxnSpMk id="50" creationId="{C934B912-3C61-ADA7-4EB5-29A1230F0097}"/>
          </ac:cxnSpMkLst>
        </pc:cxnChg>
        <pc:cxnChg chg="add mod">
          <ac:chgData name="Mauro Chiozzi" userId="4281d9fbd53d17b8" providerId="LiveId" clId="{7FF02F8F-A6E2-47FD-92B8-43E4B84FBB7B}" dt="2026-07-04T21:26:41.977" v="5829" actId="1582"/>
          <ac:cxnSpMkLst>
            <pc:docMk/>
            <pc:sldMk cId="2302847652" sldId="308"/>
            <ac:cxnSpMk id="53" creationId="{E6FC3F18-3535-3A59-72E5-D87F8433104D}"/>
          </ac:cxnSpMkLst>
        </pc:cxnChg>
        <pc:cxnChg chg="add mod">
          <ac:chgData name="Mauro Chiozzi" userId="4281d9fbd53d17b8" providerId="LiveId" clId="{7FF02F8F-A6E2-47FD-92B8-43E4B84FBB7B}" dt="2026-07-04T21:26:41.977" v="5829" actId="1582"/>
          <ac:cxnSpMkLst>
            <pc:docMk/>
            <pc:sldMk cId="2302847652" sldId="308"/>
            <ac:cxnSpMk id="61" creationId="{25673C1F-370E-1C49-F372-C16F40377C25}"/>
          </ac:cxnSpMkLst>
        </pc:cxnChg>
      </pc:sldChg>
      <pc:sldChg chg="addSp delSp modSp add mod">
        <pc:chgData name="Mauro Chiozzi" userId="4281d9fbd53d17b8" providerId="LiveId" clId="{7FF02F8F-A6E2-47FD-92B8-43E4B84FBB7B}" dt="2026-07-08T13:52:15.483" v="8679" actId="20577"/>
        <pc:sldMkLst>
          <pc:docMk/>
          <pc:sldMk cId="4092616196" sldId="310"/>
        </pc:sldMkLst>
        <pc:spChg chg="add mod">
          <ac:chgData name="Mauro Chiozzi" userId="4281d9fbd53d17b8" providerId="LiveId" clId="{7FF02F8F-A6E2-47FD-92B8-43E4B84FBB7B}" dt="2026-07-08T13:52:15.483" v="8679" actId="20577"/>
          <ac:spMkLst>
            <pc:docMk/>
            <pc:sldMk cId="4092616196" sldId="310"/>
            <ac:spMk id="3" creationId="{E8A6EC30-35DA-E350-A224-DBF1D379FC60}"/>
          </ac:spMkLst>
        </pc:spChg>
      </pc:sldChg>
      <pc:sldChg chg="addSp modSp add mod">
        <pc:chgData name="Mauro Chiozzi" userId="4281d9fbd53d17b8" providerId="LiveId" clId="{7FF02F8F-A6E2-47FD-92B8-43E4B84FBB7B}" dt="2026-07-05T18:18:30.741" v="7635" actId="1076"/>
        <pc:sldMkLst>
          <pc:docMk/>
          <pc:sldMk cId="656584024" sldId="311"/>
        </pc:sldMkLst>
        <pc:spChg chg="mod">
          <ac:chgData name="Mauro Chiozzi" userId="4281d9fbd53d17b8" providerId="LiveId" clId="{7FF02F8F-A6E2-47FD-92B8-43E4B84FBB7B}" dt="2026-07-05T17:10:04.773" v="7242" actId="14100"/>
          <ac:spMkLst>
            <pc:docMk/>
            <pc:sldMk cId="656584024" sldId="311"/>
            <ac:spMk id="3" creationId="{0022A248-A82C-B11C-2DEC-6045220DEF0F}"/>
          </ac:spMkLst>
        </pc:spChg>
        <pc:spChg chg="add mod">
          <ac:chgData name="Mauro Chiozzi" userId="4281d9fbd53d17b8" providerId="LiveId" clId="{7FF02F8F-A6E2-47FD-92B8-43E4B84FBB7B}" dt="2026-07-04T17:21:06.305" v="4641" actId="20577"/>
          <ac:spMkLst>
            <pc:docMk/>
            <pc:sldMk cId="656584024" sldId="311"/>
            <ac:spMk id="7" creationId="{A59FB5D0-2DEA-4D69-CCD5-C73ED113A0F2}"/>
          </ac:spMkLst>
        </pc:spChg>
        <pc:picChg chg="add">
          <ac:chgData name="Mauro Chiozzi" userId="4281d9fbd53d17b8" providerId="LiveId" clId="{7FF02F8F-A6E2-47FD-92B8-43E4B84FBB7B}" dt="2026-07-04T17:21:01.895" v="4620" actId="22"/>
          <ac:picMkLst>
            <pc:docMk/>
            <pc:sldMk cId="656584024" sldId="311"/>
            <ac:picMk id="5" creationId="{ED961D6C-5F99-0155-C764-C938F04133C9}"/>
          </ac:picMkLst>
        </pc:picChg>
        <pc:picChg chg="add mod">
          <ac:chgData name="Mauro Chiozzi" userId="4281d9fbd53d17b8" providerId="LiveId" clId="{7FF02F8F-A6E2-47FD-92B8-43E4B84FBB7B}" dt="2026-07-05T18:18:30.741" v="7635" actId="1076"/>
          <ac:picMkLst>
            <pc:docMk/>
            <pc:sldMk cId="656584024" sldId="311"/>
            <ac:picMk id="8" creationId="{C0A79BC7-BDAA-2176-C383-A25BDF6DE9C9}"/>
          </ac:picMkLst>
        </pc:picChg>
      </pc:sldChg>
      <pc:sldChg chg="addSp delSp modSp add mod">
        <pc:chgData name="Mauro Chiozzi" userId="4281d9fbd53d17b8" providerId="LiveId" clId="{7FF02F8F-A6E2-47FD-92B8-43E4B84FBB7B}" dt="2026-07-04T20:43:54.754" v="5721" actId="22"/>
        <pc:sldMkLst>
          <pc:docMk/>
          <pc:sldMk cId="45791516" sldId="314"/>
        </pc:sldMkLst>
        <pc:picChg chg="add mod">
          <ac:chgData name="Mauro Chiozzi" userId="4281d9fbd53d17b8" providerId="LiveId" clId="{7FF02F8F-A6E2-47FD-92B8-43E4B84FBB7B}" dt="2026-07-04T19:55:31.198" v="5581" actId="1076"/>
          <ac:picMkLst>
            <pc:docMk/>
            <pc:sldMk cId="45791516" sldId="314"/>
            <ac:picMk id="3" creationId="{F80AF910-C1C8-2205-B981-67E4C3C79028}"/>
          </ac:picMkLst>
        </pc:picChg>
        <pc:picChg chg="add">
          <ac:chgData name="Mauro Chiozzi" userId="4281d9fbd53d17b8" providerId="LiveId" clId="{7FF02F8F-A6E2-47FD-92B8-43E4B84FBB7B}" dt="2026-07-04T20:43:54.754" v="5721" actId="22"/>
          <ac:picMkLst>
            <pc:docMk/>
            <pc:sldMk cId="45791516" sldId="314"/>
            <ac:picMk id="10" creationId="{C4A11051-4510-0666-CAC2-7D3A6A2B021B}"/>
          </ac:picMkLst>
        </pc:picChg>
      </pc:sldChg>
      <pc:sldChg chg="addSp delSp modSp add mod">
        <pc:chgData name="Mauro Chiozzi" userId="4281d9fbd53d17b8" providerId="LiveId" clId="{7FF02F8F-A6E2-47FD-92B8-43E4B84FBB7B}" dt="2026-07-04T20:43:01.576" v="5716" actId="22"/>
        <pc:sldMkLst>
          <pc:docMk/>
          <pc:sldMk cId="1579650339" sldId="315"/>
        </pc:sldMkLst>
        <pc:picChg chg="mod">
          <ac:chgData name="Mauro Chiozzi" userId="4281d9fbd53d17b8" providerId="LiveId" clId="{7FF02F8F-A6E2-47FD-92B8-43E4B84FBB7B}" dt="2026-07-04T20:42:59.527" v="5714" actId="1076"/>
          <ac:picMkLst>
            <pc:docMk/>
            <pc:sldMk cId="1579650339" sldId="315"/>
            <ac:picMk id="7" creationId="{5D7F9243-8B5F-3AE8-9749-9766FB45D0A1}"/>
          </ac:picMkLst>
        </pc:picChg>
        <pc:picChg chg="add">
          <ac:chgData name="Mauro Chiozzi" userId="4281d9fbd53d17b8" providerId="LiveId" clId="{7FF02F8F-A6E2-47FD-92B8-43E4B84FBB7B}" dt="2026-07-04T20:43:01.576" v="5716" actId="22"/>
          <ac:picMkLst>
            <pc:docMk/>
            <pc:sldMk cId="1579650339" sldId="315"/>
            <ac:picMk id="12" creationId="{FFDEE9C1-F6CB-6440-5B12-F0FA797D7925}"/>
          </ac:picMkLst>
        </pc:picChg>
      </pc:sldChg>
      <pc:sldChg chg="addSp delSp modSp add mod modAnim">
        <pc:chgData name="Mauro Chiozzi" userId="4281d9fbd53d17b8" providerId="LiveId" clId="{7FF02F8F-A6E2-47FD-92B8-43E4B84FBB7B}" dt="2026-07-04T21:28:28.934" v="5833" actId="14100"/>
        <pc:sldMkLst>
          <pc:docMk/>
          <pc:sldMk cId="226388547" sldId="316"/>
        </pc:sldMkLst>
        <pc:spChg chg="add mod">
          <ac:chgData name="Mauro Chiozzi" userId="4281d9fbd53d17b8" providerId="LiveId" clId="{7FF02F8F-A6E2-47FD-92B8-43E4B84FBB7B}" dt="2026-07-04T20:40:02.862" v="5663" actId="207"/>
          <ac:spMkLst>
            <pc:docMk/>
            <pc:sldMk cId="226388547" sldId="316"/>
            <ac:spMk id="3" creationId="{FAD7D977-C4E8-D6FC-BA31-BB2CE5332FED}"/>
          </ac:spMkLst>
        </pc:spChg>
        <pc:spChg chg="add mod">
          <ac:chgData name="Mauro Chiozzi" userId="4281d9fbd53d17b8" providerId="LiveId" clId="{7FF02F8F-A6E2-47FD-92B8-43E4B84FBB7B}" dt="2026-07-04T21:28:28.934" v="5833" actId="14100"/>
          <ac:spMkLst>
            <pc:docMk/>
            <pc:sldMk cId="226388547" sldId="316"/>
            <ac:spMk id="10" creationId="{EF98A318-A9FB-96D5-E67A-E0EB8DD6BA43}"/>
          </ac:spMkLst>
        </pc:spChg>
        <pc:spChg chg="add mod">
          <ac:chgData name="Mauro Chiozzi" userId="4281d9fbd53d17b8" providerId="LiveId" clId="{7FF02F8F-A6E2-47FD-92B8-43E4B84FBB7B}" dt="2026-07-04T20:40:02.862" v="5663" actId="207"/>
          <ac:spMkLst>
            <pc:docMk/>
            <pc:sldMk cId="226388547" sldId="316"/>
            <ac:spMk id="13" creationId="{13BA2D88-68BB-FB47-25C4-3858F057ADE7}"/>
          </ac:spMkLst>
        </pc:spChg>
        <pc:spChg chg="add mod">
          <ac:chgData name="Mauro Chiozzi" userId="4281d9fbd53d17b8" providerId="LiveId" clId="{7FF02F8F-A6E2-47FD-92B8-43E4B84FBB7B}" dt="2026-07-04T20:40:02.862" v="5663" actId="207"/>
          <ac:spMkLst>
            <pc:docMk/>
            <pc:sldMk cId="226388547" sldId="316"/>
            <ac:spMk id="15" creationId="{04959A82-6184-89D2-E95D-1FBF374256FC}"/>
          </ac:spMkLst>
        </pc:spChg>
        <pc:picChg chg="mod">
          <ac:chgData name="Mauro Chiozzi" userId="4281d9fbd53d17b8" providerId="LiveId" clId="{7FF02F8F-A6E2-47FD-92B8-43E4B84FBB7B}" dt="2026-07-04T20:37:47.237" v="5627" actId="1076"/>
          <ac:picMkLst>
            <pc:docMk/>
            <pc:sldMk cId="226388547" sldId="316"/>
            <ac:picMk id="7" creationId="{5C20BABE-3EB4-1908-9F5B-C512650453A0}"/>
          </ac:picMkLst>
        </pc:picChg>
      </pc:sldChg>
      <pc:sldChg chg="addSp delSp modSp new mod">
        <pc:chgData name="Mauro Chiozzi" userId="4281d9fbd53d17b8" providerId="LiveId" clId="{7FF02F8F-A6E2-47FD-92B8-43E4B84FBB7B}" dt="2026-07-05T18:19:43.963" v="7721" actId="478"/>
        <pc:sldMkLst>
          <pc:docMk/>
          <pc:sldMk cId="3644893194" sldId="317"/>
        </pc:sldMkLst>
        <pc:spChg chg="add mod">
          <ac:chgData name="Mauro Chiozzi" userId="4281d9fbd53d17b8" providerId="LiveId" clId="{7FF02F8F-A6E2-47FD-92B8-43E4B84FBB7B}" dt="2026-07-05T18:19:23.684" v="7706" actId="20577"/>
          <ac:spMkLst>
            <pc:docMk/>
            <pc:sldMk cId="3644893194" sldId="317"/>
            <ac:spMk id="7" creationId="{6946DDB7-2E38-BDBC-AAE5-BD924698EAA4}"/>
          </ac:spMkLst>
        </pc:spChg>
        <pc:picChg chg="add">
          <ac:chgData name="Mauro Chiozzi" userId="4281d9fbd53d17b8" providerId="LiveId" clId="{7FF02F8F-A6E2-47FD-92B8-43E4B84FBB7B}" dt="2026-07-05T18:18:47.945" v="7638" actId="22"/>
          <ac:picMkLst>
            <pc:docMk/>
            <pc:sldMk cId="3644893194" sldId="317"/>
            <ac:picMk id="5" creationId="{A3D66784-7B1E-7E6B-8126-24B9B7BC3467}"/>
          </ac:picMkLst>
        </pc:picChg>
      </pc:sldChg>
      <pc:sldChg chg="delSp add mod delAnim">
        <pc:chgData name="Mauro Chiozzi" userId="4281d9fbd53d17b8" providerId="LiveId" clId="{7FF02F8F-A6E2-47FD-92B8-43E4B84FBB7B}" dt="2026-07-08T15:44:52.732" v="8786" actId="478"/>
        <pc:sldMkLst>
          <pc:docMk/>
          <pc:sldMk cId="1591312822" sldId="318"/>
        </pc:sldMkLst>
        <pc:picChg chg="del">
          <ac:chgData name="Mauro Chiozzi" userId="4281d9fbd53d17b8" providerId="LiveId" clId="{7FF02F8F-A6E2-47FD-92B8-43E4B84FBB7B}" dt="2026-07-08T15:44:52.732" v="8786" actId="478"/>
          <ac:picMkLst>
            <pc:docMk/>
            <pc:sldMk cId="1591312822" sldId="318"/>
            <ac:picMk id="18" creationId="{E9C32B98-5A08-336A-56BA-6312F458085D}"/>
          </ac:picMkLst>
        </pc:pic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>
            <a:extLst>
              <a:ext uri="{FF2B5EF4-FFF2-40B4-BE49-F238E27FC236}">
                <a16:creationId xmlns:a16="http://schemas.microsoft.com/office/drawing/2014/main" id="{242B0464-0BB3-D25A-7351-E7AAA0266499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97FDEB3E-C956-6566-224D-51C0E8FF3F89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39BA1A3-7B35-4258-A4E3-64AC381C7896}" type="datetimeFigureOut">
              <a:rPr lang="pt-BR" smtClean="0"/>
              <a:t>07/07/2026</a:t>
            </a:fld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6C6E3539-72BA-8E3D-ECF2-AEE7E61C5603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8E0E4461-5A00-37BE-F4B2-0601404D3B06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A5CC3DA-C32D-41B7-AF00-BF5B7531DEE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49492834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CE54188C-5123-C403-D056-93E26F4337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D41F348-3173-4368-9AE4-2C210B104C9A}" type="datetimeFigureOut">
              <a:rPr lang="pt-BR"/>
              <a:pPr>
                <a:defRPr/>
              </a:pPr>
              <a:t>07/07/2026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8648FF5D-D431-88CE-6059-A5CCBA4BFC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1C36DCA9-8EA9-A37A-51F1-8B71F4CBC3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61F76F7-039B-430A-B7B5-577DDA3C4D08}" type="slidenum">
              <a:rPr lang="pt-BR"/>
              <a:pPr>
                <a:defRPr/>
              </a:pPr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30469704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194A8A04-19E9-70E3-19CA-3B3FF02201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4753154-227E-4FB0-9144-264D99B09C4F}" type="datetimeFigureOut">
              <a:rPr lang="pt-BR"/>
              <a:pPr>
                <a:defRPr/>
              </a:pPr>
              <a:t>07/07/2026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992BC6B5-7E86-2B7B-9668-FB92CF95D4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 dirty="0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377AE915-4AA5-1329-97D0-038C90D4EB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53A4533-5DBE-4FD4-A061-EAF54B40E895}" type="slidenum">
              <a:rPr lang="pt-BR"/>
              <a:pPr>
                <a:defRPr/>
              </a:pPr>
              <a:t>‹nº›</a:t>
            </a:fld>
            <a:endParaRPr lang="pt-BR"/>
          </a:p>
        </p:txBody>
      </p:sp>
      <p:pic>
        <p:nvPicPr>
          <p:cNvPr id="7" name="Imagem 4" descr="Desenho com traços pretos em fundo branco&#10;&#10;Descrição gerada automaticamente com confiança média">
            <a:extLst>
              <a:ext uri="{FF2B5EF4-FFF2-40B4-BE49-F238E27FC236}">
                <a16:creationId xmlns:a16="http://schemas.microsoft.com/office/drawing/2014/main" id="{664C5D5B-F775-740C-162F-75F700AA3B6F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64838" y="6224588"/>
            <a:ext cx="1182687" cy="488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" name="CaixaDeTexto 9">
            <a:extLst>
              <a:ext uri="{FF2B5EF4-FFF2-40B4-BE49-F238E27FC236}">
                <a16:creationId xmlns:a16="http://schemas.microsoft.com/office/drawing/2014/main" id="{929D12E6-03B3-3B6C-15D8-564B27939650}"/>
              </a:ext>
            </a:extLst>
          </p:cNvPr>
          <p:cNvSpPr txBox="1"/>
          <p:nvPr userDrawn="1"/>
        </p:nvSpPr>
        <p:spPr>
          <a:xfrm>
            <a:off x="0" y="6611779"/>
            <a:ext cx="7523213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000" i="1" dirty="0"/>
              <a:t>Desenvolvimento e validação de um artefato para sistematização do </a:t>
            </a:r>
            <a:r>
              <a:rPr lang="pt-BR" sz="1000" i="1" dirty="0" err="1"/>
              <a:t>tailoring</a:t>
            </a:r>
            <a:r>
              <a:rPr lang="pt-BR" sz="1000" i="1" dirty="0"/>
              <a:t> de cronogramas em projetos CTO – M. Chiozzi, 2026 – Slide </a:t>
            </a:r>
            <a:fld id="{33373C4F-BE97-498B-A706-B145D0DBBF65}" type="slidenum">
              <a:rPr lang="pt-BR" sz="1000" i="1" smtClean="0"/>
              <a:t>‹nº›</a:t>
            </a:fld>
            <a:r>
              <a:rPr lang="pt-BR" sz="1000" i="1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42398461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D4853632-0636-CD63-8241-3E8831E4ED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1C3CC2B-74D8-4575-BC9B-C755C2896EC6}" type="datetimeFigureOut">
              <a:rPr lang="pt-BR"/>
              <a:pPr>
                <a:defRPr/>
              </a:pPr>
              <a:t>07/07/2026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7FA3DF60-2307-708F-4B50-3EC9B5C1A8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ADAA974E-B8F0-D8E5-71C1-3AC1FBF688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264EEBC-97AD-4BB5-8C4C-916E37B736B5}" type="slidenum">
              <a:rPr lang="pt-BR"/>
              <a:pPr>
                <a:defRPr/>
              </a:pPr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6898427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3">
            <a:extLst>
              <a:ext uri="{FF2B5EF4-FFF2-40B4-BE49-F238E27FC236}">
                <a16:creationId xmlns:a16="http://schemas.microsoft.com/office/drawing/2014/main" id="{3206DE05-FE47-C861-B320-19DCD0AD15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7663D85-07B5-4A63-A5EE-7CB9EBD586D1}" type="datetimeFigureOut">
              <a:rPr lang="pt-BR"/>
              <a:pPr>
                <a:defRPr/>
              </a:pPr>
              <a:t>07/07/2026</a:t>
            </a:fld>
            <a:endParaRPr lang="pt-BR"/>
          </a:p>
        </p:txBody>
      </p:sp>
      <p:sp>
        <p:nvSpPr>
          <p:cNvPr id="6" name="Espaço Reservado para Rodapé 4">
            <a:extLst>
              <a:ext uri="{FF2B5EF4-FFF2-40B4-BE49-F238E27FC236}">
                <a16:creationId xmlns:a16="http://schemas.microsoft.com/office/drawing/2014/main" id="{0266CD70-C085-D99C-4F89-89C7448D3A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7" name="Espaço Reservado para Número de Slide 5">
            <a:extLst>
              <a:ext uri="{FF2B5EF4-FFF2-40B4-BE49-F238E27FC236}">
                <a16:creationId xmlns:a16="http://schemas.microsoft.com/office/drawing/2014/main" id="{E0FDED60-12D4-0D84-DC2C-025B2AF21D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E7F81F3-3B6B-4158-A2EA-435EE12202D3}" type="slidenum">
              <a:rPr lang="pt-BR"/>
              <a:pPr>
                <a:defRPr/>
              </a:pPr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40813529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3">
            <a:extLst>
              <a:ext uri="{FF2B5EF4-FFF2-40B4-BE49-F238E27FC236}">
                <a16:creationId xmlns:a16="http://schemas.microsoft.com/office/drawing/2014/main" id="{7BCF1C5A-A74A-F7CB-5428-776F6FA853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7049EFE-17D5-480A-B754-87D854FBA7BD}" type="datetimeFigureOut">
              <a:rPr lang="pt-BR"/>
              <a:pPr>
                <a:defRPr/>
              </a:pPr>
              <a:t>07/07/2026</a:t>
            </a:fld>
            <a:endParaRPr lang="pt-BR"/>
          </a:p>
        </p:txBody>
      </p:sp>
      <p:sp>
        <p:nvSpPr>
          <p:cNvPr id="8" name="Espaço Reservado para Rodapé 4">
            <a:extLst>
              <a:ext uri="{FF2B5EF4-FFF2-40B4-BE49-F238E27FC236}">
                <a16:creationId xmlns:a16="http://schemas.microsoft.com/office/drawing/2014/main" id="{2ECEE962-D46B-58FA-EF60-EDFE1973F2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9" name="Espaço Reservado para Número de Slide 5">
            <a:extLst>
              <a:ext uri="{FF2B5EF4-FFF2-40B4-BE49-F238E27FC236}">
                <a16:creationId xmlns:a16="http://schemas.microsoft.com/office/drawing/2014/main" id="{F32B39DE-A1FE-7775-DE1E-ACB086D880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8139C0E-B88B-4E19-94FC-2325D76F7518}" type="slidenum">
              <a:rPr lang="pt-BR"/>
              <a:pPr>
                <a:defRPr/>
              </a:pPr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77463156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3">
            <a:extLst>
              <a:ext uri="{FF2B5EF4-FFF2-40B4-BE49-F238E27FC236}">
                <a16:creationId xmlns:a16="http://schemas.microsoft.com/office/drawing/2014/main" id="{5137CD16-6574-6E1F-ABE4-0A545D3658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F393E6F-C6AF-442E-89E3-F85E24AFDA58}" type="datetimeFigureOut">
              <a:rPr lang="pt-BR"/>
              <a:pPr>
                <a:defRPr/>
              </a:pPr>
              <a:t>07/07/2026</a:t>
            </a:fld>
            <a:endParaRPr lang="pt-BR"/>
          </a:p>
        </p:txBody>
      </p:sp>
      <p:sp>
        <p:nvSpPr>
          <p:cNvPr id="4" name="Espaço Reservado para Rodapé 4">
            <a:extLst>
              <a:ext uri="{FF2B5EF4-FFF2-40B4-BE49-F238E27FC236}">
                <a16:creationId xmlns:a16="http://schemas.microsoft.com/office/drawing/2014/main" id="{35BCBFEA-C5E5-6A42-1AAA-FAF2685FDB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5" name="Espaço Reservado para Número de Slide 5">
            <a:extLst>
              <a:ext uri="{FF2B5EF4-FFF2-40B4-BE49-F238E27FC236}">
                <a16:creationId xmlns:a16="http://schemas.microsoft.com/office/drawing/2014/main" id="{3987B575-2E62-724D-F599-EAD1951FE1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A3265F5-9918-43E5-A4FC-F732428B84DE}" type="slidenum">
              <a:rPr lang="pt-BR"/>
              <a:pPr>
                <a:defRPr/>
              </a:pPr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47181261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3">
            <a:extLst>
              <a:ext uri="{FF2B5EF4-FFF2-40B4-BE49-F238E27FC236}">
                <a16:creationId xmlns:a16="http://schemas.microsoft.com/office/drawing/2014/main" id="{57D1C6B0-5D54-197F-AC9B-65D8851F80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AAAD17F-5C37-430A-8177-1918C74E06A4}" type="datetimeFigureOut">
              <a:rPr lang="pt-BR"/>
              <a:pPr>
                <a:defRPr/>
              </a:pPr>
              <a:t>07/07/2026</a:t>
            </a:fld>
            <a:endParaRPr lang="pt-BR"/>
          </a:p>
        </p:txBody>
      </p:sp>
      <p:sp>
        <p:nvSpPr>
          <p:cNvPr id="3" name="Espaço Reservado para Rodapé 4">
            <a:extLst>
              <a:ext uri="{FF2B5EF4-FFF2-40B4-BE49-F238E27FC236}">
                <a16:creationId xmlns:a16="http://schemas.microsoft.com/office/drawing/2014/main" id="{0D6031AF-FE42-9BB0-2711-99D8A67E0A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4" name="Espaço Reservado para Número de Slide 5">
            <a:extLst>
              <a:ext uri="{FF2B5EF4-FFF2-40B4-BE49-F238E27FC236}">
                <a16:creationId xmlns:a16="http://schemas.microsoft.com/office/drawing/2014/main" id="{8E6DDA5D-8BD5-1650-B632-A61D9B1D3E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D5EDAD0-5299-4C4E-859B-63E5266360B8}" type="slidenum">
              <a:rPr lang="pt-BR"/>
              <a:pPr>
                <a:defRPr/>
              </a:pPr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76170758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3">
            <a:extLst>
              <a:ext uri="{FF2B5EF4-FFF2-40B4-BE49-F238E27FC236}">
                <a16:creationId xmlns:a16="http://schemas.microsoft.com/office/drawing/2014/main" id="{2A53A17D-9EEC-1376-506B-D8D43425E2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E897BD8-28FD-44E8-9D3A-DD444A1270E8}" type="datetimeFigureOut">
              <a:rPr lang="pt-BR"/>
              <a:pPr>
                <a:defRPr/>
              </a:pPr>
              <a:t>07/07/2026</a:t>
            </a:fld>
            <a:endParaRPr lang="pt-BR"/>
          </a:p>
        </p:txBody>
      </p:sp>
      <p:sp>
        <p:nvSpPr>
          <p:cNvPr id="6" name="Espaço Reservado para Rodapé 4">
            <a:extLst>
              <a:ext uri="{FF2B5EF4-FFF2-40B4-BE49-F238E27FC236}">
                <a16:creationId xmlns:a16="http://schemas.microsoft.com/office/drawing/2014/main" id="{843F775C-E2F8-910D-745B-5D354CFD65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7" name="Espaço Reservado para Número de Slide 5">
            <a:extLst>
              <a:ext uri="{FF2B5EF4-FFF2-40B4-BE49-F238E27FC236}">
                <a16:creationId xmlns:a16="http://schemas.microsoft.com/office/drawing/2014/main" id="{33860552-DD75-02DB-B500-B86A9D63CC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10DB9B6-62D8-4BB7-BB1C-7D883C264757}" type="slidenum">
              <a:rPr lang="pt-BR"/>
              <a:pPr>
                <a:defRPr/>
              </a:pPr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11479756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pt-BR" noProof="0"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3">
            <a:extLst>
              <a:ext uri="{FF2B5EF4-FFF2-40B4-BE49-F238E27FC236}">
                <a16:creationId xmlns:a16="http://schemas.microsoft.com/office/drawing/2014/main" id="{E581D842-D706-7D01-7B93-471F1CCC9F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3F3CEA6-D88E-4E80-9FC8-3DA155323873}" type="datetimeFigureOut">
              <a:rPr lang="pt-BR"/>
              <a:pPr>
                <a:defRPr/>
              </a:pPr>
              <a:t>07/07/2026</a:t>
            </a:fld>
            <a:endParaRPr lang="pt-BR"/>
          </a:p>
        </p:txBody>
      </p:sp>
      <p:sp>
        <p:nvSpPr>
          <p:cNvPr id="6" name="Espaço Reservado para Rodapé 4">
            <a:extLst>
              <a:ext uri="{FF2B5EF4-FFF2-40B4-BE49-F238E27FC236}">
                <a16:creationId xmlns:a16="http://schemas.microsoft.com/office/drawing/2014/main" id="{B16DC51D-DF0D-58F1-CFE1-BE30169107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7" name="Espaço Reservado para Número de Slide 5">
            <a:extLst>
              <a:ext uri="{FF2B5EF4-FFF2-40B4-BE49-F238E27FC236}">
                <a16:creationId xmlns:a16="http://schemas.microsoft.com/office/drawing/2014/main" id="{C407A454-8E16-BB9C-37DE-A2D421A119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638A33F-6685-41BA-80F1-2B0923865B5D}" type="slidenum">
              <a:rPr lang="pt-BR"/>
              <a:pPr>
                <a:defRPr/>
              </a:pPr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3889792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40D59DDA-6441-1B7C-B62C-BF62B03B04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0D6C737-1E34-435B-8742-DFCAF78F49C8}" type="datetimeFigureOut">
              <a:rPr lang="pt-BR"/>
              <a:pPr>
                <a:defRPr/>
              </a:pPr>
              <a:t>07/07/2026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9BB4E6C9-D9FC-E0DC-02F2-F642D50DAC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2D7BB54B-F4A2-4AA3-61E6-2A9526B0F6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516F8B4-0831-4CF4-85C7-B8BB0D88BD5A}" type="slidenum">
              <a:rPr lang="pt-BR"/>
              <a:pPr>
                <a:defRPr/>
              </a:pPr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36011757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A95B2444-C6E0-2A95-B28D-C7A5E66A5E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3E7F4D5-5FF4-4AE9-9E53-FBC51E1889ED}" type="datetimeFigureOut">
              <a:rPr lang="pt-BR"/>
              <a:pPr>
                <a:defRPr/>
              </a:pPr>
              <a:t>07/07/2026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E4E08FAD-EDC2-8C7B-CA3B-A64C9007E7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C8F2CA30-119A-4372-93F3-D47A1D77A9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E20E77F-8C06-477A-82CE-75C5F46B7A4B}" type="slidenum">
              <a:rPr lang="pt-BR"/>
              <a:pPr>
                <a:defRPr/>
              </a:pPr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91081957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B5EF62E-0F2D-47C5-6D89-F3CCC797A01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1F4013DC-8F6A-2CEA-B95A-3A12F4C2802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CD668CB8-DA21-60CA-576A-40CEC5DCC6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724664-DFBB-4E94-A029-90BF542E375A}" type="datetimeFigureOut">
              <a:rPr lang="pt-BR" smtClean="0"/>
              <a:t>07/07/2026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236A8E9C-7002-046F-C62C-7F7B5DF429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11BD49D0-7B3E-366D-C1B1-645D15AADA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86E26F-4CA5-445A-BDCA-5EE22F151C7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1323746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F714900-2B20-CF61-3EF4-0A478244D8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EF001EAC-6554-6610-2375-BA980B3842A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EAB100A3-B288-7584-7AB3-3E2C89CB75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724664-DFBB-4E94-A029-90BF542E375A}" type="datetimeFigureOut">
              <a:rPr lang="pt-BR" smtClean="0"/>
              <a:t>07/07/2026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1E67905D-FE02-43D8-7F1A-B52231D5F9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299585B9-64F8-F534-75D1-DB0DF76E85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86E26F-4CA5-445A-BDCA-5EE22F151C7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6145960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57738F6-0B84-F482-8581-48DA78122E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A1F32F5C-3A9A-B986-48CB-28B6608B547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310B67F0-1844-E07C-FBBF-6ED7E9FEA8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724664-DFBB-4E94-A029-90BF542E375A}" type="datetimeFigureOut">
              <a:rPr lang="pt-BR" smtClean="0"/>
              <a:t>07/07/2026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2FC171B8-D512-7700-A187-95FFAA3B59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667D3D2D-4DBF-3F52-754A-0DE045A295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86E26F-4CA5-445A-BDCA-5EE22F151C7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61128582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006D6A7-8208-8CB5-1985-A690E3FDE0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96A60FB5-FBFF-38BB-9508-C46FDB26E5F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F52AD750-9710-6744-3DFA-8094CA9B77B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E88C0DD2-EA0A-EC6D-D5F7-AADE939C65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724664-DFBB-4E94-A029-90BF542E375A}" type="datetimeFigureOut">
              <a:rPr lang="pt-BR" smtClean="0"/>
              <a:t>07/07/2026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D9482AC6-F053-EEDD-5637-B347FE01A2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0FF95F68-3D6D-9BA7-9C25-7DA1717F6B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86E26F-4CA5-445A-BDCA-5EE22F151C7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65815202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9E04330-174D-29E5-8654-46A07AF895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1DE00D73-2C2D-23AB-0134-CF309677BFA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FD249F24-FCDC-6B9A-A6D7-D05223708E1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2B6A79D9-C4D3-5F6D-6C3A-8A7DFBE06DA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9E70E644-EED5-872A-3F3E-8DA878743AF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4A434F67-88BF-E7AB-8146-F015A2E42D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724664-DFBB-4E94-A029-90BF542E375A}" type="datetimeFigureOut">
              <a:rPr lang="pt-BR" smtClean="0"/>
              <a:t>07/07/2026</a:t>
            </a:fld>
            <a:endParaRPr 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62316F72-0B0C-741B-4791-1A08DCC05F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BCD686B2-8C95-B1A7-8647-8AE6D6273C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86E26F-4CA5-445A-BDCA-5EE22F151C7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65988907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0ACA114-7BEF-8889-4AAD-A4650F50F3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184703BE-0278-68C8-55F1-5E12C6A852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724664-DFBB-4E94-A029-90BF542E375A}" type="datetimeFigureOut">
              <a:rPr lang="pt-BR" smtClean="0"/>
              <a:t>07/07/2026</a:t>
            </a:fld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7F362A38-B33A-3B43-1FC6-6E9131030A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F383375D-BA6C-7189-935B-2C4CDA4C25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86E26F-4CA5-445A-BDCA-5EE22F151C7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663317416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4BB3D465-661A-008F-6997-8D0BE07BE0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724664-DFBB-4E94-A029-90BF542E375A}" type="datetimeFigureOut">
              <a:rPr lang="pt-BR" smtClean="0"/>
              <a:t>07/07/2026</a:t>
            </a:fld>
            <a:endParaRPr 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ED01AFC2-EE9C-0E49-2FB7-F1B471B665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7512F564-8150-6C5C-3AD4-CA179A8EE7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86E26F-4CA5-445A-BDCA-5EE22F151C7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349444308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112C474-3B0B-B417-EC81-75DE75A541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131C390E-B237-7170-85F8-A35CF9644AC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1BF85BDB-CC8C-5D62-5852-0D91B7C5C25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101FF1C5-64A0-DAB8-6184-8BE64977DA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724664-DFBB-4E94-A029-90BF542E375A}" type="datetimeFigureOut">
              <a:rPr lang="pt-BR" smtClean="0"/>
              <a:t>07/07/2026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7DABDF35-C8D7-F2C0-CBF3-D0DCEC1DDD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2C293867-BF6F-F150-C690-A101E356D9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86E26F-4CA5-445A-BDCA-5EE22F151C7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12163654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674E243-EE90-F093-06FD-D01879DC85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55DA1786-0D87-7592-C312-AAA4055FF9E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653ED9EA-D49E-8E58-3C63-9B8108BE583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11067272-070E-82A2-443A-948B5B5ADF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724664-DFBB-4E94-A029-90BF542E375A}" type="datetimeFigureOut">
              <a:rPr lang="pt-BR" smtClean="0"/>
              <a:t>07/07/2026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801E17D2-90C1-300D-83AA-A1DA1DF93D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EB4B14FE-048C-DF7C-85F1-4F55DAF380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86E26F-4CA5-445A-BDCA-5EE22F151C7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992403294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D7E6FBF-271B-6A71-80D3-84715724AF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FD386F14-8F4A-F22F-9FFC-1164C0CD9D0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6995AC9A-FDC8-0DEE-1058-0933DBB4B2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724664-DFBB-4E94-A029-90BF542E375A}" type="datetimeFigureOut">
              <a:rPr lang="pt-BR" smtClean="0"/>
              <a:t>07/07/2026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A48118C6-633D-F2FC-6522-4511BBD820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3B7A59AB-5B8D-B9F1-CA52-861E99D9C1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86E26F-4CA5-445A-BDCA-5EE22F151C7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530002744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81916963-F002-4CC0-000F-721A3B3C7D0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F1565939-2249-B159-ED7A-6B667FC19F4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940FB969-A189-C5D2-6D3C-3B2D596AF3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724664-DFBB-4E94-A029-90BF542E375A}" type="datetimeFigureOut">
              <a:rPr lang="pt-BR" smtClean="0"/>
              <a:t>07/07/2026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4C16F883-BB93-AA0F-E2B5-D8DB0A17F6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297187D8-30AE-608E-E44C-43BD8F6067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86E26F-4CA5-445A-BDCA-5EE22F151C7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72116358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Espaço Reservado para Título 1">
            <a:extLst>
              <a:ext uri="{FF2B5EF4-FFF2-40B4-BE49-F238E27FC236}">
                <a16:creationId xmlns:a16="http://schemas.microsoft.com/office/drawing/2014/main" id="{54FEAEE6-6DC3-82AD-923E-6E89737ACE8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pt-BR" altLang="pt-BR"/>
              <a:t>Clique para editar o título Mestre</a:t>
            </a:r>
          </a:p>
        </p:txBody>
      </p:sp>
      <p:sp>
        <p:nvSpPr>
          <p:cNvPr id="1027" name="Espaço Reservado para Texto 2">
            <a:extLst>
              <a:ext uri="{FF2B5EF4-FFF2-40B4-BE49-F238E27FC236}">
                <a16:creationId xmlns:a16="http://schemas.microsoft.com/office/drawing/2014/main" id="{2EB787A8-6C53-B312-69D6-15B7C63FD6E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pt-BR" altLang="pt-BR"/>
              <a:t>Clique para editar os estilos de texto Mestres</a:t>
            </a:r>
          </a:p>
          <a:p>
            <a:pPr lvl="1"/>
            <a:r>
              <a:rPr lang="pt-BR" altLang="pt-BR"/>
              <a:t>Segundo nível</a:t>
            </a:r>
          </a:p>
          <a:p>
            <a:pPr lvl="2"/>
            <a:r>
              <a:rPr lang="pt-BR" altLang="pt-BR"/>
              <a:t>Terceiro nível</a:t>
            </a:r>
          </a:p>
          <a:p>
            <a:pPr lvl="3"/>
            <a:r>
              <a:rPr lang="pt-BR" altLang="pt-BR"/>
              <a:t>Quarto nível</a:t>
            </a:r>
          </a:p>
          <a:p>
            <a:pPr lvl="4"/>
            <a:r>
              <a:rPr lang="pt-BR" alt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EAAB38F5-179C-EC89-D177-EDF645BBBAD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 smtClean="0">
                <a:solidFill>
                  <a:schemeClr val="tx1">
                    <a:tint val="75000"/>
                  </a:schemeClr>
                </a:solidFill>
                <a:latin typeface="+mn-lt"/>
              </a:defRPr>
            </a:lvl1pPr>
          </a:lstStyle>
          <a:p>
            <a:pPr>
              <a:defRPr/>
            </a:pPr>
            <a:fld id="{4DEA24CB-D011-40A9-9B00-17F8B95BC099}" type="datetimeFigureOut">
              <a:rPr lang="pt-BR"/>
              <a:pPr>
                <a:defRPr/>
              </a:pPr>
              <a:t>07/07/2026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396B3C93-8BD6-F4DF-2EF9-9F9B19864D1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eaLnBrk="1" fontAlgn="auto" hangingPunct="1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</a:defRPr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BE79F760-62C7-A95B-8BCB-9125DE64675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eaLnBrk="1" fontAlgn="auto" hangingPunct="1">
              <a:spcBef>
                <a:spcPts val="0"/>
              </a:spcBef>
              <a:spcAft>
                <a:spcPts val="0"/>
              </a:spcAft>
              <a:defRPr sz="1200" smtClean="0">
                <a:solidFill>
                  <a:schemeClr val="tx1">
                    <a:tint val="75000"/>
                  </a:schemeClr>
                </a:solidFill>
                <a:latin typeface="+mn-lt"/>
              </a:defRPr>
            </a:lvl1pPr>
          </a:lstStyle>
          <a:p>
            <a:pPr>
              <a:defRPr/>
            </a:pPr>
            <a:fld id="{31B5D4AF-77A0-46F4-A4DA-44F26C2F6F0C}" type="slidenum">
              <a:rPr lang="pt-BR"/>
              <a:pPr>
                <a:defRPr/>
              </a:pPr>
              <a:t>‹nº›</a:t>
            </a:fld>
            <a:endParaRPr lang="pt-B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rtl="0" fontAlgn="base">
        <a:lnSpc>
          <a:spcPct val="90000"/>
        </a:lnSpc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2pPr>
      <a:lvl3pPr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3pPr>
      <a:lvl4pPr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4pPr>
      <a:lvl5pPr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5pPr>
      <a:lvl6pPr marL="4572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6pPr>
      <a:lvl7pPr marL="9144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7pPr>
      <a:lvl8pPr marL="13716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8pPr>
      <a:lvl9pPr marL="18288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9pPr>
    </p:titleStyle>
    <p:bodyStyle>
      <a:lvl1pPr marL="228600" indent="-228600" algn="l" rtl="0" fontAlgn="base">
        <a:lnSpc>
          <a:spcPct val="90000"/>
        </a:lnSpc>
        <a:spcBef>
          <a:spcPts val="1000"/>
        </a:spcBef>
        <a:spcAft>
          <a:spcPct val="0"/>
        </a:spcAft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rtl="0" fontAlgn="base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fontAlgn="base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fontAlgn="base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fontAlgn="base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>
            <a:extLst>
              <a:ext uri="{FF2B5EF4-FFF2-40B4-BE49-F238E27FC236}">
                <a16:creationId xmlns:a16="http://schemas.microsoft.com/office/drawing/2014/main" id="{C0CD8993-8EFA-C921-CE50-C91B93C596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FFDAFABD-CCB9-B391-F672-3C505C4ED99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DB6F6392-A335-49EB-9AF3-43BB6706E95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0724664-DFBB-4E94-A029-90BF542E375A}" type="datetimeFigureOut">
              <a:rPr lang="pt-BR" smtClean="0"/>
              <a:t>07/07/2026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1243C747-C098-229A-2F92-02372364E83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4901009F-9821-73C3-C06E-B6C465341EE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886E26F-4CA5-445A-BDCA-5EE22F151C7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25877720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40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svg"/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svg"/><Relationship Id="rId7" Type="http://schemas.openxmlformats.org/officeDocument/2006/relationships/image" Target="../media/image13.png"/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9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7" Type="http://schemas.openxmlformats.org/officeDocument/2006/relationships/image" Target="../media/image17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.png"/><Relationship Id="rId5" Type="http://schemas.openxmlformats.org/officeDocument/2006/relationships/image" Target="../media/image16.png"/><Relationship Id="rId4" Type="http://schemas.openxmlformats.org/officeDocument/2006/relationships/image" Target="../media/image9.sv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image" Target="../media/image9.svg"/><Relationship Id="rId7" Type="http://schemas.openxmlformats.org/officeDocument/2006/relationships/image" Target="../media/image17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4.png"/><Relationship Id="rId5" Type="http://schemas.openxmlformats.org/officeDocument/2006/relationships/image" Target="../media/image10.png"/><Relationship Id="rId4" Type="http://schemas.openxmlformats.org/officeDocument/2006/relationships/image" Target="../media/image16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7" Type="http://schemas.openxmlformats.org/officeDocument/2006/relationships/image" Target="../media/image25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4.png"/><Relationship Id="rId5" Type="http://schemas.openxmlformats.org/officeDocument/2006/relationships/image" Target="../media/image23.png"/><Relationship Id="rId4" Type="http://schemas.openxmlformats.org/officeDocument/2006/relationships/image" Target="../media/image22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7" Type="http://schemas.openxmlformats.org/officeDocument/2006/relationships/image" Target="../media/image29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8.png"/><Relationship Id="rId5" Type="http://schemas.openxmlformats.org/officeDocument/2006/relationships/image" Target="../media/image27.png"/><Relationship Id="rId4" Type="http://schemas.openxmlformats.org/officeDocument/2006/relationships/image" Target="../media/image21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1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1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1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3.png"/><Relationship Id="rId4" Type="http://schemas.openxmlformats.org/officeDocument/2006/relationships/image" Target="../media/image9.sv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9.svg"/><Relationship Id="rId4" Type="http://schemas.openxmlformats.org/officeDocument/2006/relationships/image" Target="../media/image8.jpe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6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0.png"/><Relationship Id="rId5" Type="http://schemas.openxmlformats.org/officeDocument/2006/relationships/image" Target="../media/image39.png"/><Relationship Id="rId4" Type="http://schemas.openxmlformats.org/officeDocument/2006/relationships/image" Target="../media/image38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0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0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4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0.png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png"/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0.png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Imagem 4" descr="Desenho com traços pretos em fundo branco&#10;&#10;Descrição gerada automaticamente com confiança média">
            <a:extLst>
              <a:ext uri="{FF2B5EF4-FFF2-40B4-BE49-F238E27FC236}">
                <a16:creationId xmlns:a16="http://schemas.microsoft.com/office/drawing/2014/main" id="{69167FFF-053C-32A8-23DF-F9F613927C34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22400" y="1187450"/>
            <a:ext cx="2692400" cy="4483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051" name="Título 1">
            <a:extLst>
              <a:ext uri="{FF2B5EF4-FFF2-40B4-BE49-F238E27FC236}">
                <a16:creationId xmlns:a16="http://schemas.microsoft.com/office/drawing/2014/main" id="{5E191FB6-9076-7761-D0ED-D4DB65D1453F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4114800" y="1550988"/>
            <a:ext cx="7654925" cy="2003425"/>
          </a:xfrm>
        </p:spPr>
        <p:txBody>
          <a:bodyPr/>
          <a:lstStyle/>
          <a:p>
            <a:r>
              <a:rPr lang="pt-BR" altLang="pt-BR" sz="4000" dirty="0" err="1">
                <a:solidFill>
                  <a:schemeClr val="bg2"/>
                </a:solidFill>
                <a:latin typeface="Poppins SemiBold" panose="00000700000000000000" pitchFamily="2" charset="0"/>
                <a:cs typeface="Poppins SemiBold" panose="00000700000000000000" pitchFamily="2" charset="0"/>
              </a:rPr>
              <a:t>Tailoring</a:t>
            </a:r>
            <a:r>
              <a:rPr lang="pt-BR" altLang="pt-BR" sz="4000" dirty="0">
                <a:solidFill>
                  <a:schemeClr val="bg2"/>
                </a:solidFill>
                <a:latin typeface="Poppins SemiBold" panose="00000700000000000000" pitchFamily="2" charset="0"/>
                <a:cs typeface="Poppins SemiBold" panose="00000700000000000000" pitchFamily="2" charset="0"/>
              </a:rPr>
              <a:t> Automatizado de Cronogramas: Um Artefato para Projetos CTO</a:t>
            </a:r>
          </a:p>
        </p:txBody>
      </p:sp>
      <p:sp>
        <p:nvSpPr>
          <p:cNvPr id="7" name="Subtítulo 2">
            <a:extLst>
              <a:ext uri="{FF2B5EF4-FFF2-40B4-BE49-F238E27FC236}">
                <a16:creationId xmlns:a16="http://schemas.microsoft.com/office/drawing/2014/main" id="{E2D5B23A-1E89-B367-5D15-A0EBF764732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730750" y="3910013"/>
            <a:ext cx="5356225" cy="741362"/>
          </a:xfrm>
        </p:spPr>
        <p:txBody>
          <a:bodyPr rtlCol="0">
            <a:normAutofit fontScale="92500" lnSpcReduction="20000"/>
          </a:bodyPr>
          <a:lstStyle/>
          <a:p>
            <a:pPr algn="l" fontAlgn="auto">
              <a:spcAft>
                <a:spcPts val="0"/>
              </a:spcAft>
              <a:defRPr/>
            </a:pPr>
            <a:r>
              <a:rPr lang="pt-BR" dirty="0">
                <a:solidFill>
                  <a:schemeClr val="bg2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Mauro Chiozzi</a:t>
            </a:r>
          </a:p>
          <a:p>
            <a:pPr algn="l" fontAlgn="auto">
              <a:spcAft>
                <a:spcPts val="0"/>
              </a:spcAft>
              <a:defRPr/>
            </a:pPr>
            <a:r>
              <a:rPr lang="pt-BR" dirty="0">
                <a:solidFill>
                  <a:schemeClr val="bg2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Beatriz Garcia </a:t>
            </a:r>
            <a:r>
              <a:rPr lang="pt-BR" dirty="0" err="1">
                <a:solidFill>
                  <a:schemeClr val="bg2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Altafin</a:t>
            </a:r>
            <a:endParaRPr lang="pt-BR" dirty="0">
              <a:solidFill>
                <a:schemeClr val="bg2"/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Imagem 16" descr="Tuning - Free interface icons">
            <a:extLst>
              <a:ext uri="{FF2B5EF4-FFF2-40B4-BE49-F238E27FC236}">
                <a16:creationId xmlns:a16="http://schemas.microsoft.com/office/drawing/2014/main" id="{5A3CD02D-1099-3DA1-7D76-01417A7B0F58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artisticTexturizer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7740740" y="2097459"/>
            <a:ext cx="3679989" cy="3679989"/>
          </a:xfrm>
          <a:prstGeom prst="rect">
            <a:avLst/>
          </a:prstGeom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B9BAB1D5-4F6D-2083-A364-17E015AB2E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AGENDA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929FFE62-6031-F1E6-5904-D0275AD6D54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Wingdings" panose="05000000000000000000" pitchFamily="2" charset="2"/>
              <a:buChar char="§"/>
            </a:pPr>
            <a:r>
              <a:rPr lang="pt-BR" dirty="0"/>
              <a:t>Introdução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pt-BR" dirty="0"/>
              <a:t>Metodologia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pt-BR" dirty="0"/>
              <a:t>Resultados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pt-BR" dirty="0"/>
              <a:t>Conclusões &amp; Trabalhos Futuros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pt-BR" dirty="0"/>
              <a:t>Comentários &amp; Discussões</a:t>
            </a:r>
          </a:p>
          <a:p>
            <a:pPr>
              <a:buFont typeface="Wingdings" panose="05000000000000000000" pitchFamily="2" charset="2"/>
              <a:buChar char="§"/>
            </a:pPr>
            <a:endParaRPr lang="pt-BR" dirty="0"/>
          </a:p>
        </p:txBody>
      </p:sp>
      <p:pic>
        <p:nvPicPr>
          <p:cNvPr id="13" name="Imagem 12">
            <a:extLst>
              <a:ext uri="{FF2B5EF4-FFF2-40B4-BE49-F238E27FC236}">
                <a16:creationId xmlns:a16="http://schemas.microsoft.com/office/drawing/2014/main" id="{B68A53F0-CC70-92C7-978D-B5F2C72520AC}"/>
              </a:ext>
            </a:extLst>
          </p:cNvPr>
          <p:cNvPicPr>
            <a:picLocks noChangeAspect="1"/>
          </p:cNvPicPr>
          <p:nvPr/>
        </p:nvPicPr>
        <p:blipFill>
          <a:blip r:embed="rId4">
            <a:duotone>
              <a:prstClr val="black"/>
              <a:schemeClr val="accent4">
                <a:tint val="45000"/>
                <a:satMod val="400000"/>
              </a:schemeClr>
            </a:duotone>
          </a:blip>
          <a:stretch/>
        </p:blipFill>
        <p:spPr>
          <a:xfrm>
            <a:off x="9921393" y="3682523"/>
            <a:ext cx="2166997" cy="22677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1733847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8B8A074-9366-0E0F-4274-C4333703B8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B70F5A2-F31E-7FF6-8A3C-89E6F13213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INTRODUÇÃO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43A5CE8B-5135-07CC-3E68-D7E4F43818A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6593378" cy="4351338"/>
          </a:xfrm>
        </p:spPr>
        <p:txBody>
          <a:bodyPr/>
          <a:lstStyle/>
          <a:p>
            <a:pPr>
              <a:buFont typeface="Wingdings" panose="05000000000000000000" pitchFamily="2" charset="2"/>
              <a:buChar char="§"/>
            </a:pPr>
            <a:r>
              <a:rPr lang="pt-BR" sz="2400" dirty="0"/>
              <a:t>Empresa localizada na região da Alta Áustria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pt-BR" sz="2400" dirty="0"/>
              <a:t>Modelo de negócios </a:t>
            </a:r>
            <a:r>
              <a:rPr lang="pt-BR" sz="2400" i="1" dirty="0"/>
              <a:t>Business-</a:t>
            </a:r>
            <a:r>
              <a:rPr lang="pt-BR" sz="2400" i="1" dirty="0" err="1"/>
              <a:t>to</a:t>
            </a:r>
            <a:r>
              <a:rPr lang="pt-BR" sz="2400" i="1" dirty="0"/>
              <a:t>-Business</a:t>
            </a:r>
            <a:r>
              <a:rPr lang="pt-BR" sz="2400" dirty="0"/>
              <a:t> (B2B) no setor aeroespacial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pt-BR" sz="2400" dirty="0"/>
              <a:t>Especializada em desenvolvimento de produtos customizados para interiores, </a:t>
            </a:r>
            <a:r>
              <a:rPr lang="pt-BR" sz="2400" i="1" dirty="0"/>
              <a:t>Configure-</a:t>
            </a:r>
            <a:r>
              <a:rPr lang="pt-BR" sz="2400" i="1" dirty="0" err="1"/>
              <a:t>to</a:t>
            </a:r>
            <a:r>
              <a:rPr lang="pt-BR" sz="2400" i="1" dirty="0"/>
              <a:t>-</a:t>
            </a:r>
            <a:r>
              <a:rPr lang="pt-BR" sz="2400" i="1" dirty="0" err="1"/>
              <a:t>Order</a:t>
            </a:r>
            <a:r>
              <a:rPr lang="pt-BR" sz="2400" i="1" dirty="0"/>
              <a:t> </a:t>
            </a:r>
            <a:r>
              <a:rPr lang="pt-BR" sz="2400" dirty="0"/>
              <a:t>(CTO)</a:t>
            </a:r>
            <a:endParaRPr lang="pt-BR" sz="2400" i="1" dirty="0"/>
          </a:p>
          <a:p>
            <a:pPr lvl="1">
              <a:buFont typeface="Wingdings" panose="05000000000000000000" pitchFamily="2" charset="2"/>
              <a:buChar char="§"/>
            </a:pPr>
            <a:r>
              <a:rPr lang="pt-BR" sz="2000" dirty="0"/>
              <a:t>Produto padrão -&gt; Opções de customização (definições técnicas gerais) -&gt; Produto customizado</a:t>
            </a:r>
          </a:p>
          <a:p>
            <a:pPr lvl="1">
              <a:buFont typeface="Wingdings" panose="05000000000000000000" pitchFamily="2" charset="2"/>
              <a:buChar char="§"/>
            </a:pPr>
            <a:endParaRPr lang="pt-BR" dirty="0"/>
          </a:p>
        </p:txBody>
      </p:sp>
      <p:grpSp>
        <p:nvGrpSpPr>
          <p:cNvPr id="16" name="Agrupar 15">
            <a:extLst>
              <a:ext uri="{FF2B5EF4-FFF2-40B4-BE49-F238E27FC236}">
                <a16:creationId xmlns:a16="http://schemas.microsoft.com/office/drawing/2014/main" id="{BA749AD4-7B1E-C02F-AC53-25BB368382EB}"/>
              </a:ext>
            </a:extLst>
          </p:cNvPr>
          <p:cNvGrpSpPr/>
          <p:nvPr/>
        </p:nvGrpSpPr>
        <p:grpSpPr>
          <a:xfrm>
            <a:off x="7654397" y="1690688"/>
            <a:ext cx="4537603" cy="4537603"/>
            <a:chOff x="7349066" y="1639360"/>
            <a:chExt cx="4537603" cy="4537603"/>
          </a:xfrm>
        </p:grpSpPr>
        <p:pic>
          <p:nvPicPr>
            <p:cNvPr id="11" name="Imagem 10">
              <a:extLst>
                <a:ext uri="{FF2B5EF4-FFF2-40B4-BE49-F238E27FC236}">
                  <a16:creationId xmlns:a16="http://schemas.microsoft.com/office/drawing/2014/main" id="{5927831D-AFBA-709C-F690-D5B6CAC5A2E6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7349066" y="1639360"/>
              <a:ext cx="4537603" cy="4537603"/>
            </a:xfrm>
            <a:prstGeom prst="rect">
              <a:avLst/>
            </a:prstGeom>
          </p:spPr>
        </p:pic>
        <p:pic>
          <p:nvPicPr>
            <p:cNvPr id="15" name="Imagem 14">
              <a:extLst>
                <a:ext uri="{FF2B5EF4-FFF2-40B4-BE49-F238E27FC236}">
                  <a16:creationId xmlns:a16="http://schemas.microsoft.com/office/drawing/2014/main" id="{5C39BCFB-EF13-2216-9D7B-D866B6798BC4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duotone>
                <a:schemeClr val="accent5">
                  <a:shade val="45000"/>
                  <a:satMod val="135000"/>
                </a:schemeClr>
                <a:prstClr val="white"/>
              </a:duotone>
            </a:blip>
            <a:stretch>
              <a:fillRect/>
            </a:stretch>
          </p:blipFill>
          <p:spPr>
            <a:xfrm>
              <a:off x="9759909" y="4059768"/>
              <a:ext cx="446223" cy="795866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97438539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E5AEA3-60D6-6E6B-E6FD-0E8BACE4B4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0C2B017-32DD-999F-27C1-B8EA507FAA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INTRODUÇÃO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08236894-9ED3-9324-3528-698493F9A0D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Wingdings" panose="05000000000000000000" pitchFamily="2" charset="2"/>
              <a:buChar char="§"/>
            </a:pPr>
            <a:r>
              <a:rPr lang="pt-BR" dirty="0"/>
              <a:t>Definição de Engenharia do Produto</a:t>
            </a:r>
          </a:p>
        </p:txBody>
      </p:sp>
      <p:grpSp>
        <p:nvGrpSpPr>
          <p:cNvPr id="4" name="Agrupar 3">
            <a:extLst>
              <a:ext uri="{FF2B5EF4-FFF2-40B4-BE49-F238E27FC236}">
                <a16:creationId xmlns:a16="http://schemas.microsoft.com/office/drawing/2014/main" id="{E0222178-E122-AFF0-23BF-D8E84249EE94}"/>
              </a:ext>
            </a:extLst>
          </p:cNvPr>
          <p:cNvGrpSpPr/>
          <p:nvPr/>
        </p:nvGrpSpPr>
        <p:grpSpPr>
          <a:xfrm>
            <a:off x="1154177" y="2721761"/>
            <a:ext cx="3864677" cy="3324299"/>
            <a:chOff x="6999953" y="2780241"/>
            <a:chExt cx="3864677" cy="3324299"/>
          </a:xfrm>
        </p:grpSpPr>
        <p:pic>
          <p:nvPicPr>
            <p:cNvPr id="5" name="Imagem 4">
              <a:extLst>
                <a:ext uri="{FF2B5EF4-FFF2-40B4-BE49-F238E27FC236}">
                  <a16:creationId xmlns:a16="http://schemas.microsoft.com/office/drawing/2014/main" id="{2E2AA14B-BD6D-2F3D-2C53-96D9A6ABCFC6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999953" y="2780241"/>
              <a:ext cx="3864677" cy="310885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" name="CaixaDeTexto 5">
              <a:extLst>
                <a:ext uri="{FF2B5EF4-FFF2-40B4-BE49-F238E27FC236}">
                  <a16:creationId xmlns:a16="http://schemas.microsoft.com/office/drawing/2014/main" id="{32F1A844-E2EB-17E2-AF1A-DBD0C817AF60}"/>
                </a:ext>
              </a:extLst>
            </p:cNvPr>
            <p:cNvSpPr txBox="1"/>
            <p:nvPr/>
          </p:nvSpPr>
          <p:spPr>
            <a:xfrm>
              <a:off x="6999953" y="5889096"/>
              <a:ext cx="2529553" cy="21544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pt-BR" sz="800" dirty="0">
                  <a:effectLst/>
                  <a:latin typeface="Arial" panose="020B0604020202020204" pitchFamily="34" charset="0"/>
                  <a:ea typeface="Calibri" panose="020F0502020204030204" pitchFamily="34" charset="0"/>
                </a:rPr>
                <a:t>Fonte: Advantage </a:t>
              </a:r>
              <a:r>
                <a:rPr lang="pt-BR" sz="800" dirty="0" err="1">
                  <a:effectLst/>
                  <a:latin typeface="Arial" panose="020B0604020202020204" pitchFamily="34" charset="0"/>
                  <a:ea typeface="Calibri" panose="020F0502020204030204" pitchFamily="34" charset="0"/>
                </a:rPr>
                <a:t>Component</a:t>
              </a:r>
              <a:r>
                <a:rPr lang="pt-BR" sz="800" dirty="0">
                  <a:effectLst/>
                  <a:latin typeface="Arial" panose="020B0604020202020204" pitchFamily="34" charset="0"/>
                  <a:ea typeface="Calibri" panose="020F0502020204030204" pitchFamily="34" charset="0"/>
                </a:rPr>
                <a:t> </a:t>
              </a:r>
              <a:r>
                <a:rPr lang="pt-BR" sz="800" dirty="0" err="1">
                  <a:effectLst/>
                  <a:latin typeface="Arial" panose="020B0604020202020204" pitchFamily="34" charset="0"/>
                  <a:ea typeface="Calibri" panose="020F0502020204030204" pitchFamily="34" charset="0"/>
                </a:rPr>
                <a:t>Company</a:t>
              </a:r>
              <a:r>
                <a:rPr lang="pt-BR" sz="800" dirty="0">
                  <a:effectLst/>
                  <a:latin typeface="Arial" panose="020B0604020202020204" pitchFamily="34" charset="0"/>
                  <a:ea typeface="Calibri" panose="020F0502020204030204" pitchFamily="34" charset="0"/>
                </a:rPr>
                <a:t> (2025).</a:t>
              </a:r>
              <a:endParaRPr lang="pt-BR" sz="800" dirty="0"/>
            </a:p>
          </p:txBody>
        </p:sp>
      </p:grpSp>
      <p:pic>
        <p:nvPicPr>
          <p:cNvPr id="7" name="Gráfico 6" descr="Files Vector SVG Icon - SVG Repo">
            <a:extLst>
              <a:ext uri="{FF2B5EF4-FFF2-40B4-BE49-F238E27FC236}">
                <a16:creationId xmlns:a16="http://schemas.microsoft.com/office/drawing/2014/main" id="{F49BC5E7-086A-8799-3042-10F5720D5C8F}"/>
              </a:ext>
            </a:extLst>
          </p:cNvPr>
          <p:cNvPicPr>
            <a:picLocks noChangeAspect="1"/>
          </p:cNvPicPr>
          <p:nvPr/>
        </p:nvPicPr>
        <p:blipFill>
          <a:blip>
            <a:duotone>
              <a:schemeClr val="accent3">
                <a:shade val="45000"/>
                <a:satMod val="135000"/>
              </a:schemeClr>
              <a:prstClr val="white"/>
            </a:duotone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690259" y="3052003"/>
            <a:ext cx="2663816" cy="2663816"/>
          </a:xfrm>
          <a:prstGeom prst="rect">
            <a:avLst/>
          </a:prstGeom>
        </p:spPr>
      </p:pic>
      <p:sp>
        <p:nvSpPr>
          <p:cNvPr id="8" name="CaixaDeTexto 7">
            <a:extLst>
              <a:ext uri="{FF2B5EF4-FFF2-40B4-BE49-F238E27FC236}">
                <a16:creationId xmlns:a16="http://schemas.microsoft.com/office/drawing/2014/main" id="{C3857A0B-BD88-C820-9DBB-BCF07248A411}"/>
              </a:ext>
            </a:extLst>
          </p:cNvPr>
          <p:cNvSpPr txBox="1"/>
          <p:nvPr/>
        </p:nvSpPr>
        <p:spPr>
          <a:xfrm>
            <a:off x="8354075" y="3362256"/>
            <a:ext cx="2613216" cy="175432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Produto Padrão: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pt-BR" dirty="0"/>
              <a:t>Especificação técnica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pt-BR" dirty="0"/>
              <a:t>Modelo tridimensional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pt-BR" dirty="0"/>
              <a:t>Desenho técnico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pt-BR" dirty="0"/>
              <a:t>Lista de peças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pt-BR" dirty="0"/>
              <a:t>[...]</a:t>
            </a:r>
          </a:p>
        </p:txBody>
      </p:sp>
      <p:pic>
        <p:nvPicPr>
          <p:cNvPr id="11" name="Imagem 10">
            <a:extLst>
              <a:ext uri="{FF2B5EF4-FFF2-40B4-BE49-F238E27FC236}">
                <a16:creationId xmlns:a16="http://schemas.microsoft.com/office/drawing/2014/main" id="{629AC696-8DC6-366D-6D53-DAE1B4606CA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55735" y="4248150"/>
            <a:ext cx="958191" cy="487049"/>
          </a:xfrm>
          <a:prstGeom prst="rightArrow">
            <a:avLst>
              <a:gd name="adj1" fmla="val 47761"/>
              <a:gd name="adj2" fmla="val 58300"/>
            </a:avLst>
          </a:prstGeom>
        </p:spPr>
      </p:pic>
      <p:sp>
        <p:nvSpPr>
          <p:cNvPr id="44" name="CaixaDeTexto 43">
            <a:extLst>
              <a:ext uri="{FF2B5EF4-FFF2-40B4-BE49-F238E27FC236}">
                <a16:creationId xmlns:a16="http://schemas.microsoft.com/office/drawing/2014/main" id="{45389C5A-A908-8D3C-9D1C-53FD1C04A4E7}"/>
              </a:ext>
            </a:extLst>
          </p:cNvPr>
          <p:cNvSpPr txBox="1"/>
          <p:nvPr/>
        </p:nvSpPr>
        <p:spPr>
          <a:xfrm>
            <a:off x="5972963" y="5661339"/>
            <a:ext cx="221336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200" dirty="0"/>
              <a:t>1º Nível da Estrutura do Produto</a:t>
            </a:r>
          </a:p>
        </p:txBody>
      </p:sp>
      <p:sp>
        <p:nvSpPr>
          <p:cNvPr id="46" name="CaixaDeTexto 45">
            <a:extLst>
              <a:ext uri="{FF2B5EF4-FFF2-40B4-BE49-F238E27FC236}">
                <a16:creationId xmlns:a16="http://schemas.microsoft.com/office/drawing/2014/main" id="{AFB8D4F3-0A28-85A1-48EF-722EEECCE150}"/>
              </a:ext>
            </a:extLst>
          </p:cNvPr>
          <p:cNvSpPr txBox="1"/>
          <p:nvPr/>
        </p:nvSpPr>
        <p:spPr>
          <a:xfrm>
            <a:off x="6974542" y="3595711"/>
            <a:ext cx="899605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6000" dirty="0">
                <a:solidFill>
                  <a:schemeClr val="bg2">
                    <a:lumMod val="50000"/>
                  </a:schemeClr>
                </a:solidFill>
              </a:rPr>
              <a:t>1º</a:t>
            </a:r>
          </a:p>
        </p:txBody>
      </p:sp>
    </p:spTree>
    <p:extLst>
      <p:ext uri="{BB962C8B-B14F-4D97-AF65-F5344CB8AC3E}">
        <p14:creationId xmlns:p14="http://schemas.microsoft.com/office/powerpoint/2010/main" val="184384173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5" name="Agrupar 94">
            <a:extLst>
              <a:ext uri="{FF2B5EF4-FFF2-40B4-BE49-F238E27FC236}">
                <a16:creationId xmlns:a16="http://schemas.microsoft.com/office/drawing/2014/main" id="{CDA1360F-787A-4BFA-F06F-AC7B335D1FE5}"/>
              </a:ext>
            </a:extLst>
          </p:cNvPr>
          <p:cNvGrpSpPr/>
          <p:nvPr/>
        </p:nvGrpSpPr>
        <p:grpSpPr>
          <a:xfrm>
            <a:off x="857250" y="2312721"/>
            <a:ext cx="5734031" cy="3894404"/>
            <a:chOff x="857250" y="2312721"/>
            <a:chExt cx="5734031" cy="3894404"/>
          </a:xfrm>
        </p:grpSpPr>
        <p:sp>
          <p:nvSpPr>
            <p:cNvPr id="85" name="CaixaDeTexto 84">
              <a:extLst>
                <a:ext uri="{FF2B5EF4-FFF2-40B4-BE49-F238E27FC236}">
                  <a16:creationId xmlns:a16="http://schemas.microsoft.com/office/drawing/2014/main" id="{BE19F545-8ECE-C944-4238-F0CE1D0E0020}"/>
                </a:ext>
              </a:extLst>
            </p:cNvPr>
            <p:cNvSpPr txBox="1"/>
            <p:nvPr/>
          </p:nvSpPr>
          <p:spPr>
            <a:xfrm>
              <a:off x="1151114" y="4239088"/>
              <a:ext cx="39946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dirty="0">
                  <a:solidFill>
                    <a:schemeClr val="bg2">
                      <a:lumMod val="50000"/>
                    </a:schemeClr>
                  </a:solidFill>
                </a:rPr>
                <a:t>2º</a:t>
              </a:r>
            </a:p>
          </p:txBody>
        </p:sp>
        <p:grpSp>
          <p:nvGrpSpPr>
            <p:cNvPr id="53" name="Agrupar 52">
              <a:extLst>
                <a:ext uri="{FF2B5EF4-FFF2-40B4-BE49-F238E27FC236}">
                  <a16:creationId xmlns:a16="http://schemas.microsoft.com/office/drawing/2014/main" id="{B94CD224-419A-DC8F-BBCD-2D4873354822}"/>
                </a:ext>
              </a:extLst>
            </p:cNvPr>
            <p:cNvGrpSpPr/>
            <p:nvPr/>
          </p:nvGrpSpPr>
          <p:grpSpPr>
            <a:xfrm>
              <a:off x="1156881" y="2692085"/>
              <a:ext cx="3864677" cy="3318644"/>
              <a:chOff x="1154177" y="2455862"/>
              <a:chExt cx="3864677" cy="3318644"/>
            </a:xfrm>
          </p:grpSpPr>
          <p:pic>
            <p:nvPicPr>
              <p:cNvPr id="66" name="Imagem 65">
                <a:extLst>
                  <a:ext uri="{FF2B5EF4-FFF2-40B4-BE49-F238E27FC236}">
                    <a16:creationId xmlns:a16="http://schemas.microsoft.com/office/drawing/2014/main" id="{669FD8B3-B5A1-1AC2-533C-C796B570A03B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1154177" y="2483636"/>
                <a:ext cx="3864677" cy="3108855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67" name="CaixaDeTexto 66">
                <a:extLst>
                  <a:ext uri="{FF2B5EF4-FFF2-40B4-BE49-F238E27FC236}">
                    <a16:creationId xmlns:a16="http://schemas.microsoft.com/office/drawing/2014/main" id="{6B14737E-74E1-7F3E-AE2C-796BCE7A262F}"/>
                  </a:ext>
                </a:extLst>
              </p:cNvPr>
              <p:cNvSpPr txBox="1"/>
              <p:nvPr/>
            </p:nvSpPr>
            <p:spPr>
              <a:xfrm>
                <a:off x="1488657" y="5559062"/>
                <a:ext cx="2529553" cy="21544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pt-BR" sz="800" dirty="0">
                    <a:effectLst/>
                    <a:latin typeface="Arial" panose="020B0604020202020204" pitchFamily="34" charset="0"/>
                    <a:ea typeface="Calibri" panose="020F0502020204030204" pitchFamily="34" charset="0"/>
                  </a:rPr>
                  <a:t>Fonte: Advantage </a:t>
                </a:r>
                <a:r>
                  <a:rPr lang="pt-BR" sz="800" dirty="0" err="1">
                    <a:effectLst/>
                    <a:latin typeface="Arial" panose="020B0604020202020204" pitchFamily="34" charset="0"/>
                    <a:ea typeface="Calibri" panose="020F0502020204030204" pitchFamily="34" charset="0"/>
                  </a:rPr>
                  <a:t>Component</a:t>
                </a:r>
                <a:r>
                  <a:rPr lang="pt-BR" sz="800" dirty="0">
                    <a:effectLst/>
                    <a:latin typeface="Arial" panose="020B0604020202020204" pitchFamily="34" charset="0"/>
                    <a:ea typeface="Calibri" panose="020F0502020204030204" pitchFamily="34" charset="0"/>
                  </a:rPr>
                  <a:t> </a:t>
                </a:r>
                <a:r>
                  <a:rPr lang="pt-BR" sz="800" dirty="0" err="1">
                    <a:effectLst/>
                    <a:latin typeface="Arial" panose="020B0604020202020204" pitchFamily="34" charset="0"/>
                    <a:ea typeface="Calibri" panose="020F0502020204030204" pitchFamily="34" charset="0"/>
                  </a:rPr>
                  <a:t>Company</a:t>
                </a:r>
                <a:r>
                  <a:rPr lang="pt-BR" sz="800" dirty="0">
                    <a:effectLst/>
                    <a:latin typeface="Arial" panose="020B0604020202020204" pitchFamily="34" charset="0"/>
                    <a:ea typeface="Calibri" panose="020F0502020204030204" pitchFamily="34" charset="0"/>
                  </a:rPr>
                  <a:t> (2025).</a:t>
                </a:r>
                <a:endParaRPr lang="pt-BR" sz="800" dirty="0"/>
              </a:p>
            </p:txBody>
          </p:sp>
          <p:sp>
            <p:nvSpPr>
              <p:cNvPr id="68" name="Retângulo 67">
                <a:extLst>
                  <a:ext uri="{FF2B5EF4-FFF2-40B4-BE49-F238E27FC236}">
                    <a16:creationId xmlns:a16="http://schemas.microsoft.com/office/drawing/2014/main" id="{8B6D179D-8D4B-6115-56B1-41A95CD8C760}"/>
                  </a:ext>
                </a:extLst>
              </p:cNvPr>
              <p:cNvSpPr/>
              <p:nvPr/>
            </p:nvSpPr>
            <p:spPr>
              <a:xfrm>
                <a:off x="1154177" y="2455862"/>
                <a:ext cx="3864677" cy="330242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/>
              </a:p>
            </p:txBody>
          </p:sp>
        </p:grpSp>
        <p:pic>
          <p:nvPicPr>
            <p:cNvPr id="54" name="Gráfico 53" descr="Files Vector SVG Icon - SVG Repo">
              <a:extLst>
                <a:ext uri="{FF2B5EF4-FFF2-40B4-BE49-F238E27FC236}">
                  <a16:creationId xmlns:a16="http://schemas.microsoft.com/office/drawing/2014/main" id="{7914EE10-27A4-3138-34CE-E38CD9D923B6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duotone>
                <a:schemeClr val="accent3">
                  <a:shade val="45000"/>
                  <a:satMod val="135000"/>
                </a:schemeClr>
                <a:prstClr val="white"/>
              </a:duotone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881429" y="4101313"/>
              <a:ext cx="720000" cy="720000"/>
            </a:xfrm>
            <a:prstGeom prst="rect">
              <a:avLst/>
            </a:prstGeom>
          </p:spPr>
        </p:pic>
        <p:pic>
          <p:nvPicPr>
            <p:cNvPr id="55" name="Gráfico 54" descr="Files Vector SVG Icon - SVG Repo">
              <a:extLst>
                <a:ext uri="{FF2B5EF4-FFF2-40B4-BE49-F238E27FC236}">
                  <a16:creationId xmlns:a16="http://schemas.microsoft.com/office/drawing/2014/main" id="{8BF1BCCB-EB6D-2218-BDA0-0D131CA9BBF3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duotone>
                <a:schemeClr val="accent3">
                  <a:shade val="45000"/>
                  <a:satMod val="135000"/>
                </a:schemeClr>
                <a:prstClr val="white"/>
              </a:duotone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4816532" y="4101313"/>
              <a:ext cx="720000" cy="720000"/>
            </a:xfrm>
            <a:prstGeom prst="rect">
              <a:avLst/>
            </a:prstGeom>
          </p:spPr>
        </p:pic>
        <p:pic>
          <p:nvPicPr>
            <p:cNvPr id="56" name="Gráfico 55" descr="Files Vector SVG Icon - SVG Repo">
              <a:extLst>
                <a:ext uri="{FF2B5EF4-FFF2-40B4-BE49-F238E27FC236}">
                  <a16:creationId xmlns:a16="http://schemas.microsoft.com/office/drawing/2014/main" id="{013BB701-9742-17EB-FE2F-B194DCE2BC4B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duotone>
                <a:schemeClr val="accent3">
                  <a:shade val="45000"/>
                  <a:satMod val="135000"/>
                </a:schemeClr>
                <a:prstClr val="white"/>
              </a:duotone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4308203" y="5487125"/>
              <a:ext cx="720000" cy="720000"/>
            </a:xfrm>
            <a:prstGeom prst="rect">
              <a:avLst/>
            </a:prstGeom>
          </p:spPr>
        </p:pic>
        <p:pic>
          <p:nvPicPr>
            <p:cNvPr id="57" name="Gráfico 56" descr="Files Vector SVG Icon - SVG Repo">
              <a:extLst>
                <a:ext uri="{FF2B5EF4-FFF2-40B4-BE49-F238E27FC236}">
                  <a16:creationId xmlns:a16="http://schemas.microsoft.com/office/drawing/2014/main" id="{5DF4B22C-0A54-D01C-FEC9-A3F43AB5B7A8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duotone>
                <a:schemeClr val="accent3">
                  <a:shade val="45000"/>
                  <a:satMod val="135000"/>
                </a:schemeClr>
                <a:prstClr val="white"/>
              </a:duotone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3824378" y="2312721"/>
              <a:ext cx="720000" cy="720000"/>
            </a:xfrm>
            <a:prstGeom prst="rect">
              <a:avLst/>
            </a:prstGeom>
          </p:spPr>
        </p:pic>
        <p:pic>
          <p:nvPicPr>
            <p:cNvPr id="58" name="Gráfico 57" descr="Files Vector SVG Icon - SVG Repo">
              <a:extLst>
                <a:ext uri="{FF2B5EF4-FFF2-40B4-BE49-F238E27FC236}">
                  <a16:creationId xmlns:a16="http://schemas.microsoft.com/office/drawing/2014/main" id="{E06CDD40-2BAF-3911-7A8B-D05E7AFF707F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duotone>
                <a:schemeClr val="accent3">
                  <a:shade val="45000"/>
                  <a:satMod val="135000"/>
                </a:schemeClr>
                <a:prstClr val="white"/>
              </a:duotone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857250" y="2653357"/>
              <a:ext cx="720000" cy="720000"/>
            </a:xfrm>
            <a:prstGeom prst="rect">
              <a:avLst/>
            </a:prstGeom>
          </p:spPr>
        </p:pic>
        <p:pic>
          <p:nvPicPr>
            <p:cNvPr id="59" name="Gráfico 58" descr="Files Vector SVG Icon - SVG Repo">
              <a:extLst>
                <a:ext uri="{FF2B5EF4-FFF2-40B4-BE49-F238E27FC236}">
                  <a16:creationId xmlns:a16="http://schemas.microsoft.com/office/drawing/2014/main" id="{950E901B-9502-91AB-2D58-51A3F6EBFB02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duotone>
                <a:schemeClr val="accent3">
                  <a:shade val="45000"/>
                  <a:satMod val="135000"/>
                </a:schemeClr>
                <a:prstClr val="white"/>
              </a:duotone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5871281" y="4101313"/>
              <a:ext cx="720000" cy="720000"/>
            </a:xfrm>
            <a:prstGeom prst="rect">
              <a:avLst/>
            </a:prstGeom>
          </p:spPr>
        </p:pic>
        <p:cxnSp>
          <p:nvCxnSpPr>
            <p:cNvPr id="60" name="Conector reto 59">
              <a:extLst>
                <a:ext uri="{FF2B5EF4-FFF2-40B4-BE49-F238E27FC236}">
                  <a16:creationId xmlns:a16="http://schemas.microsoft.com/office/drawing/2014/main" id="{18616A24-2848-7E20-F0A9-1EAB3DB519DC}"/>
                </a:ext>
              </a:extLst>
            </p:cNvPr>
            <p:cNvCxnSpPr>
              <a:cxnSpLocks/>
            </p:cNvCxnSpPr>
            <p:nvPr/>
          </p:nvCxnSpPr>
          <p:spPr>
            <a:xfrm>
              <a:off x="1623634" y="3124043"/>
              <a:ext cx="253247" cy="202808"/>
            </a:xfrm>
            <a:prstGeom prst="line">
              <a:avLst/>
            </a:prstGeom>
            <a:ln w="12700">
              <a:solidFill>
                <a:schemeClr val="bg2">
                  <a:lumMod val="25000"/>
                </a:schemeClr>
              </a:solidFill>
              <a:prstDash val="lgDash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1" name="Conector reto 60">
              <a:extLst>
                <a:ext uri="{FF2B5EF4-FFF2-40B4-BE49-F238E27FC236}">
                  <a16:creationId xmlns:a16="http://schemas.microsoft.com/office/drawing/2014/main" id="{4E3E48E6-36D0-F964-70AA-6D83EF98B1BA}"/>
                </a:ext>
              </a:extLst>
            </p:cNvPr>
            <p:cNvCxnSpPr>
              <a:cxnSpLocks/>
            </p:cNvCxnSpPr>
            <p:nvPr/>
          </p:nvCxnSpPr>
          <p:spPr>
            <a:xfrm>
              <a:off x="1629656" y="4461313"/>
              <a:ext cx="288000" cy="0"/>
            </a:xfrm>
            <a:prstGeom prst="line">
              <a:avLst/>
            </a:prstGeom>
            <a:ln w="12700">
              <a:solidFill>
                <a:schemeClr val="bg2">
                  <a:lumMod val="25000"/>
                </a:schemeClr>
              </a:solidFill>
              <a:prstDash val="lgDash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2" name="Conector reto 61">
              <a:extLst>
                <a:ext uri="{FF2B5EF4-FFF2-40B4-BE49-F238E27FC236}">
                  <a16:creationId xmlns:a16="http://schemas.microsoft.com/office/drawing/2014/main" id="{A046883B-F9C1-121A-7304-F6FB4389AF56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594848" y="2898888"/>
              <a:ext cx="229530" cy="195024"/>
            </a:xfrm>
            <a:prstGeom prst="line">
              <a:avLst/>
            </a:prstGeom>
            <a:ln w="12700">
              <a:solidFill>
                <a:schemeClr val="bg2">
                  <a:lumMod val="25000"/>
                </a:schemeClr>
              </a:solidFill>
              <a:prstDash val="lgDash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3" name="Conector reto 62">
              <a:extLst>
                <a:ext uri="{FF2B5EF4-FFF2-40B4-BE49-F238E27FC236}">
                  <a16:creationId xmlns:a16="http://schemas.microsoft.com/office/drawing/2014/main" id="{8EA42786-CC16-BC68-AE9D-4398075710BC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472078" y="4461313"/>
              <a:ext cx="288000" cy="0"/>
            </a:xfrm>
            <a:prstGeom prst="line">
              <a:avLst/>
            </a:prstGeom>
            <a:ln w="12700">
              <a:solidFill>
                <a:schemeClr val="bg2">
                  <a:lumMod val="25000"/>
                </a:schemeClr>
              </a:solidFill>
              <a:prstDash val="lgDash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4" name="Conector reto 63">
              <a:extLst>
                <a:ext uri="{FF2B5EF4-FFF2-40B4-BE49-F238E27FC236}">
                  <a16:creationId xmlns:a16="http://schemas.microsoft.com/office/drawing/2014/main" id="{B7CABD05-62FC-30FD-F042-3A7CDB40C74C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574632" y="4461313"/>
              <a:ext cx="288000" cy="0"/>
            </a:xfrm>
            <a:prstGeom prst="line">
              <a:avLst/>
            </a:prstGeom>
            <a:ln w="12700">
              <a:solidFill>
                <a:schemeClr val="bg2">
                  <a:lumMod val="25000"/>
                </a:schemeClr>
              </a:solidFill>
              <a:prstDash val="lgDash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5" name="Conector reto 64">
              <a:extLst>
                <a:ext uri="{FF2B5EF4-FFF2-40B4-BE49-F238E27FC236}">
                  <a16:creationId xmlns:a16="http://schemas.microsoft.com/office/drawing/2014/main" id="{0555841D-D669-919E-EF62-6DA49AE1C31D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3636529" y="5623340"/>
              <a:ext cx="671674" cy="313096"/>
            </a:xfrm>
            <a:prstGeom prst="line">
              <a:avLst/>
            </a:prstGeom>
            <a:ln w="12700">
              <a:solidFill>
                <a:schemeClr val="bg2">
                  <a:lumMod val="25000"/>
                </a:schemeClr>
              </a:solidFill>
              <a:prstDash val="lgDash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3" name="CaixaDeTexto 82">
              <a:extLst>
                <a:ext uri="{FF2B5EF4-FFF2-40B4-BE49-F238E27FC236}">
                  <a16:creationId xmlns:a16="http://schemas.microsoft.com/office/drawing/2014/main" id="{0F059E0C-6B23-C583-D673-BAEE46B7512A}"/>
                </a:ext>
              </a:extLst>
            </p:cNvPr>
            <p:cNvSpPr txBox="1"/>
            <p:nvPr/>
          </p:nvSpPr>
          <p:spPr>
            <a:xfrm>
              <a:off x="1141592" y="2790770"/>
              <a:ext cx="39946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dirty="0">
                  <a:solidFill>
                    <a:schemeClr val="bg2">
                      <a:lumMod val="50000"/>
                    </a:schemeClr>
                  </a:solidFill>
                </a:rPr>
                <a:t>2º</a:t>
              </a:r>
            </a:p>
          </p:txBody>
        </p:sp>
        <p:sp>
          <p:nvSpPr>
            <p:cNvPr id="87" name="CaixaDeTexto 86">
              <a:extLst>
                <a:ext uri="{FF2B5EF4-FFF2-40B4-BE49-F238E27FC236}">
                  <a16:creationId xmlns:a16="http://schemas.microsoft.com/office/drawing/2014/main" id="{4AB1B9E2-5B9A-3D16-7A82-27489306F8E5}"/>
                </a:ext>
              </a:extLst>
            </p:cNvPr>
            <p:cNvSpPr txBox="1"/>
            <p:nvPr/>
          </p:nvSpPr>
          <p:spPr>
            <a:xfrm>
              <a:off x="4108469" y="2448337"/>
              <a:ext cx="39946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dirty="0">
                  <a:solidFill>
                    <a:schemeClr val="bg2">
                      <a:lumMod val="50000"/>
                    </a:schemeClr>
                  </a:solidFill>
                </a:rPr>
                <a:t>2º</a:t>
              </a:r>
            </a:p>
          </p:txBody>
        </p:sp>
        <p:sp>
          <p:nvSpPr>
            <p:cNvPr id="89" name="CaixaDeTexto 88">
              <a:extLst>
                <a:ext uri="{FF2B5EF4-FFF2-40B4-BE49-F238E27FC236}">
                  <a16:creationId xmlns:a16="http://schemas.microsoft.com/office/drawing/2014/main" id="{9F538F5E-5CF7-07D6-F131-0BEBC8EC035F}"/>
                </a:ext>
              </a:extLst>
            </p:cNvPr>
            <p:cNvSpPr txBox="1"/>
            <p:nvPr/>
          </p:nvSpPr>
          <p:spPr>
            <a:xfrm>
              <a:off x="5109748" y="4234970"/>
              <a:ext cx="39946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dirty="0">
                  <a:solidFill>
                    <a:schemeClr val="bg2">
                      <a:lumMod val="50000"/>
                    </a:schemeClr>
                  </a:solidFill>
                </a:rPr>
                <a:t>2º</a:t>
              </a:r>
            </a:p>
          </p:txBody>
        </p:sp>
        <p:sp>
          <p:nvSpPr>
            <p:cNvPr id="91" name="CaixaDeTexto 90">
              <a:extLst>
                <a:ext uri="{FF2B5EF4-FFF2-40B4-BE49-F238E27FC236}">
                  <a16:creationId xmlns:a16="http://schemas.microsoft.com/office/drawing/2014/main" id="{14E44662-2B1C-6036-BA9E-A493CED8EEF9}"/>
                </a:ext>
              </a:extLst>
            </p:cNvPr>
            <p:cNvSpPr txBox="1"/>
            <p:nvPr/>
          </p:nvSpPr>
          <p:spPr>
            <a:xfrm>
              <a:off x="4605030" y="5610619"/>
              <a:ext cx="39946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dirty="0">
                  <a:solidFill>
                    <a:schemeClr val="bg2">
                      <a:lumMod val="50000"/>
                    </a:schemeClr>
                  </a:solidFill>
                </a:rPr>
                <a:t>2º</a:t>
              </a: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3" name="CaixaDeTexto 92">
                  <a:extLst>
                    <a:ext uri="{FF2B5EF4-FFF2-40B4-BE49-F238E27FC236}">
                      <a16:creationId xmlns:a16="http://schemas.microsoft.com/office/drawing/2014/main" id="{DF7763F5-2C69-7B8F-CC0F-6E4CB55DE8DE}"/>
                    </a:ext>
                  </a:extLst>
                </p:cNvPr>
                <p:cNvSpPr txBox="1"/>
                <p:nvPr/>
              </p:nvSpPr>
              <p:spPr>
                <a:xfrm>
                  <a:off x="6165351" y="4225445"/>
                  <a:ext cx="363497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14:m>
                    <m:oMath xmlns:m="http://schemas.openxmlformats.org/officeDocument/2006/math">
                      <m:r>
                        <a:rPr lang="pt-BR" b="0" i="1" smtClean="0">
                          <a:solidFill>
                            <a:schemeClr val="bg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𝑖</m:t>
                      </m:r>
                    </m:oMath>
                  </a14:m>
                  <a:r>
                    <a:rPr lang="pt-BR" dirty="0">
                      <a:solidFill>
                        <a:schemeClr val="bg2">
                          <a:lumMod val="50000"/>
                        </a:schemeClr>
                      </a:solidFill>
                    </a:rPr>
                    <a:t>º</a:t>
                  </a:r>
                </a:p>
              </p:txBody>
            </p:sp>
          </mc:Choice>
          <mc:Fallback xmlns="">
            <p:sp>
              <p:nvSpPr>
                <p:cNvPr id="93" name="CaixaDeTexto 92">
                  <a:extLst>
                    <a:ext uri="{FF2B5EF4-FFF2-40B4-BE49-F238E27FC236}">
                      <a16:creationId xmlns:a16="http://schemas.microsoft.com/office/drawing/2014/main" id="{DF7763F5-2C69-7B8F-CC0F-6E4CB55DE8D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165351" y="4225445"/>
                  <a:ext cx="363497" cy="369332"/>
                </a:xfrm>
                <a:prstGeom prst="rect">
                  <a:avLst/>
                </a:prstGeom>
                <a:blipFill>
                  <a:blip r:embed="rId4"/>
                  <a:stretch>
                    <a:fillRect t="-8197" r="-13333" b="-24590"/>
                  </a:stretch>
                </a:blipFill>
              </p:spPr>
              <p:txBody>
                <a:bodyPr/>
                <a:lstStyle/>
                <a:p>
                  <a:r>
                    <a:rPr lang="pt-BR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2" name="Título 1">
            <a:extLst>
              <a:ext uri="{FF2B5EF4-FFF2-40B4-BE49-F238E27FC236}">
                <a16:creationId xmlns:a16="http://schemas.microsoft.com/office/drawing/2014/main" id="{02A0CB52-76A0-1E80-DFD6-96DC0EB26E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INTRODUÇÃO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Espaço Reservado para Conteúdo 2">
                <a:extLst>
                  <a:ext uri="{FF2B5EF4-FFF2-40B4-BE49-F238E27FC236}">
                    <a16:creationId xmlns:a16="http://schemas.microsoft.com/office/drawing/2014/main" id="{541A21F1-BCC5-CE00-6971-FBABC226724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>
                  <a:buFont typeface="Wingdings" panose="05000000000000000000" pitchFamily="2" charset="2"/>
                  <a:buChar char="§"/>
                </a:pPr>
                <a:r>
                  <a:rPr lang="pt-BR" dirty="0"/>
                  <a:t>Pedido customizado </a:t>
                </a:r>
                <a14:m>
                  <m:oMath xmlns:m="http://schemas.openxmlformats.org/officeDocument/2006/math">
                    <m:r>
                      <a:rPr lang="pt-BR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⇒</m:t>
                    </m:r>
                  </m:oMath>
                </a14:m>
                <a:r>
                  <a:rPr lang="pt-BR" dirty="0"/>
                  <a:t> Novo Projeto </a:t>
                </a:r>
                <a14:m>
                  <m:oMath xmlns:m="http://schemas.openxmlformats.org/officeDocument/2006/math">
                    <m:r>
                      <a:rPr lang="pt-BR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⇒ </m:t>
                    </m:r>
                  </m:oMath>
                </a14:m>
                <a:r>
                  <a:rPr lang="pt-BR" dirty="0"/>
                  <a:t>Nova definição engenharia</a:t>
                </a:r>
              </a:p>
            </p:txBody>
          </p:sp>
        </mc:Choice>
        <mc:Fallback xmlns="">
          <p:sp>
            <p:nvSpPr>
              <p:cNvPr id="3" name="Espaço Reservado para Conteúdo 2">
                <a:extLst>
                  <a:ext uri="{FF2B5EF4-FFF2-40B4-BE49-F238E27FC236}">
                    <a16:creationId xmlns:a16="http://schemas.microsoft.com/office/drawing/2014/main" id="{541A21F1-BCC5-CE00-6971-FBABC226724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5"/>
                <a:stretch>
                  <a:fillRect l="-1043" t="-2241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0" name="CaixaDeTexto 69">
            <a:extLst>
              <a:ext uri="{FF2B5EF4-FFF2-40B4-BE49-F238E27FC236}">
                <a16:creationId xmlns:a16="http://schemas.microsoft.com/office/drawing/2014/main" id="{7FF3AD3E-08C3-2A89-A909-8A116699B873}"/>
              </a:ext>
            </a:extLst>
          </p:cNvPr>
          <p:cNvSpPr txBox="1"/>
          <p:nvPr/>
        </p:nvSpPr>
        <p:spPr>
          <a:xfrm>
            <a:off x="6810556" y="3667537"/>
            <a:ext cx="3644470" cy="1631216"/>
          </a:xfrm>
          <a:prstGeom prst="rect">
            <a:avLst/>
          </a:prstGeom>
          <a:noFill/>
          <a:ln>
            <a:solidFill>
              <a:schemeClr val="accent2"/>
            </a:solidFill>
          </a:ln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§"/>
            </a:pPr>
            <a:r>
              <a:rPr lang="pt-BR" dirty="0"/>
              <a:t>Forma (e.g. cor, tamanho)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pt-BR" dirty="0"/>
              <a:t>Encaixe (e.g. painel traseiro)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pt-BR" dirty="0"/>
              <a:t>Função (e.g. interface p/ multimídia) </a:t>
            </a:r>
          </a:p>
          <a:p>
            <a:endParaRPr lang="pt-BR" dirty="0"/>
          </a:p>
          <a:p>
            <a:r>
              <a:rPr lang="pt-BR" sz="1000" i="1" dirty="0"/>
              <a:t>Do inglês, </a:t>
            </a:r>
            <a:r>
              <a:rPr lang="pt-BR" sz="1000" i="1" dirty="0" err="1"/>
              <a:t>Form</a:t>
            </a:r>
            <a:r>
              <a:rPr lang="pt-BR" sz="1000" i="1" dirty="0"/>
              <a:t>, Fit, </a:t>
            </a:r>
            <a:r>
              <a:rPr lang="pt-BR" sz="1000" i="1" dirty="0" err="1"/>
              <a:t>Function</a:t>
            </a:r>
            <a:r>
              <a:rPr lang="pt-BR" sz="1000" i="1" dirty="0"/>
              <a:t> (FFF)</a:t>
            </a:r>
          </a:p>
        </p:txBody>
      </p:sp>
      <p:cxnSp>
        <p:nvCxnSpPr>
          <p:cNvPr id="79" name="Conector reto 78">
            <a:extLst>
              <a:ext uri="{FF2B5EF4-FFF2-40B4-BE49-F238E27FC236}">
                <a16:creationId xmlns:a16="http://schemas.microsoft.com/office/drawing/2014/main" id="{78D7EFE9-D9F2-C47C-F469-AFB4C15CD69D}"/>
              </a:ext>
            </a:extLst>
          </p:cNvPr>
          <p:cNvCxnSpPr>
            <a:cxnSpLocks/>
          </p:cNvCxnSpPr>
          <p:nvPr/>
        </p:nvCxnSpPr>
        <p:spPr>
          <a:xfrm flipH="1" flipV="1">
            <a:off x="5430632" y="4858293"/>
            <a:ext cx="512968" cy="532857"/>
          </a:xfrm>
          <a:prstGeom prst="line">
            <a:avLst/>
          </a:prstGeom>
          <a:ln w="12700">
            <a:solidFill>
              <a:schemeClr val="bg2">
                <a:lumMod val="25000"/>
              </a:schemeClr>
            </a:solidFill>
            <a:prstDash val="lgDash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1" name="CaixaDeTexto 80">
            <a:extLst>
              <a:ext uri="{FF2B5EF4-FFF2-40B4-BE49-F238E27FC236}">
                <a16:creationId xmlns:a16="http://schemas.microsoft.com/office/drawing/2014/main" id="{AB1083F4-F373-A8DD-DBCE-66DC614123A3}"/>
              </a:ext>
            </a:extLst>
          </p:cNvPr>
          <p:cNvSpPr txBox="1"/>
          <p:nvPr/>
        </p:nvSpPr>
        <p:spPr>
          <a:xfrm>
            <a:off x="5943600" y="5333522"/>
            <a:ext cx="322897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/>
              <a:t>Definição existente oriundo de outro projeto customizado</a:t>
            </a:r>
          </a:p>
        </p:txBody>
      </p:sp>
      <p:pic>
        <p:nvPicPr>
          <p:cNvPr id="76" name="Imagem 75">
            <a:extLst>
              <a:ext uri="{FF2B5EF4-FFF2-40B4-BE49-F238E27FC236}">
                <a16:creationId xmlns:a16="http://schemas.microsoft.com/office/drawing/2014/main" id="{16AC0041-952F-0726-9647-DE4672C40919}"/>
              </a:ext>
            </a:extLst>
          </p:cNvPr>
          <p:cNvPicPr>
            <a:picLocks noChangeAspect="1"/>
          </p:cNvPicPr>
          <p:nvPr/>
        </p:nvPicPr>
        <p:blipFill>
          <a:blip r:embed="rId6">
            <a:duotone>
              <a:schemeClr val="accent1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881429" y="2553942"/>
            <a:ext cx="360000" cy="392906"/>
          </a:xfrm>
          <a:prstGeom prst="rect">
            <a:avLst/>
          </a:prstGeom>
        </p:spPr>
      </p:pic>
      <p:pic>
        <p:nvPicPr>
          <p:cNvPr id="77" name="Imagem 76">
            <a:extLst>
              <a:ext uri="{FF2B5EF4-FFF2-40B4-BE49-F238E27FC236}">
                <a16:creationId xmlns:a16="http://schemas.microsoft.com/office/drawing/2014/main" id="{284EB6D6-7A07-C349-E132-0AD9EA114CBE}"/>
              </a:ext>
            </a:extLst>
          </p:cNvPr>
          <p:cNvPicPr>
            <a:picLocks noChangeAspect="1"/>
          </p:cNvPicPr>
          <p:nvPr/>
        </p:nvPicPr>
        <p:blipFill>
          <a:blip r:embed="rId6">
            <a:duotone>
              <a:schemeClr val="accent1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965455" y="3955745"/>
            <a:ext cx="360000" cy="392906"/>
          </a:xfrm>
          <a:prstGeom prst="rect">
            <a:avLst/>
          </a:prstGeom>
        </p:spPr>
      </p:pic>
      <p:pic>
        <p:nvPicPr>
          <p:cNvPr id="74" name="Imagem 73">
            <a:extLst>
              <a:ext uri="{FF2B5EF4-FFF2-40B4-BE49-F238E27FC236}">
                <a16:creationId xmlns:a16="http://schemas.microsoft.com/office/drawing/2014/main" id="{314D287A-48C2-DEE2-E25F-37EC39F86ADC}"/>
              </a:ext>
            </a:extLst>
          </p:cNvPr>
          <p:cNvPicPr>
            <a:picLocks noChangeAspect="1"/>
          </p:cNvPicPr>
          <p:nvPr/>
        </p:nvPicPr>
        <p:blipFill>
          <a:blip r:embed="rId6">
            <a:duotone>
              <a:schemeClr val="accent1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4287297" y="2584363"/>
            <a:ext cx="360000" cy="392906"/>
          </a:xfrm>
          <a:prstGeom prst="rect">
            <a:avLst/>
          </a:prstGeom>
        </p:spPr>
      </p:pic>
      <p:pic>
        <p:nvPicPr>
          <p:cNvPr id="82" name="Imagem 81" descr="Free Green Check Vector Art - Download 8,347+ Green Check Icons ...">
            <a:extLst>
              <a:ext uri="{FF2B5EF4-FFF2-40B4-BE49-F238E27FC236}">
                <a16:creationId xmlns:a16="http://schemas.microsoft.com/office/drawing/2014/main" id="{AE543B38-9B0C-F3D9-7F18-F787F3FFD445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054590" y="4306521"/>
            <a:ext cx="360000" cy="353249"/>
          </a:xfrm>
          <a:prstGeom prst="rect">
            <a:avLst/>
          </a:prstGeom>
        </p:spPr>
      </p:pic>
      <p:pic>
        <p:nvPicPr>
          <p:cNvPr id="72" name="Imagem 71">
            <a:extLst>
              <a:ext uri="{FF2B5EF4-FFF2-40B4-BE49-F238E27FC236}">
                <a16:creationId xmlns:a16="http://schemas.microsoft.com/office/drawing/2014/main" id="{E6336079-EDDD-4862-C82A-25DED9DE80D2}"/>
              </a:ext>
            </a:extLst>
          </p:cNvPr>
          <p:cNvPicPr>
            <a:picLocks noChangeAspect="1"/>
          </p:cNvPicPr>
          <p:nvPr/>
        </p:nvPicPr>
        <p:blipFill>
          <a:blip r:embed="rId6">
            <a:duotone>
              <a:schemeClr val="accent1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4776189" y="5698628"/>
            <a:ext cx="360000" cy="392906"/>
          </a:xfrm>
          <a:prstGeom prst="rect">
            <a:avLst/>
          </a:prstGeom>
        </p:spPr>
      </p:pic>
      <p:sp>
        <p:nvSpPr>
          <p:cNvPr id="4" name="CaixaDeTexto 3">
            <a:extLst>
              <a:ext uri="{FF2B5EF4-FFF2-40B4-BE49-F238E27FC236}">
                <a16:creationId xmlns:a16="http://schemas.microsoft.com/office/drawing/2014/main" id="{CF8AAC89-3E0D-7DFF-2BF2-6DFE8B96A86B}"/>
              </a:ext>
            </a:extLst>
          </p:cNvPr>
          <p:cNvSpPr txBox="1"/>
          <p:nvPr/>
        </p:nvSpPr>
        <p:spPr>
          <a:xfrm>
            <a:off x="6810556" y="2328421"/>
            <a:ext cx="2613216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§"/>
            </a:pPr>
            <a:r>
              <a:rPr lang="pt-BR" dirty="0"/>
              <a:t>Especificação técnica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pt-BR" dirty="0"/>
              <a:t>Modelo tridimensional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pt-BR" dirty="0"/>
              <a:t>Desenho técnico 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pt-BR" dirty="0"/>
              <a:t>Lista de peças</a:t>
            </a:r>
          </a:p>
        </p:txBody>
      </p:sp>
    </p:spTree>
    <p:extLst>
      <p:ext uri="{BB962C8B-B14F-4D97-AF65-F5344CB8AC3E}">
        <p14:creationId xmlns:p14="http://schemas.microsoft.com/office/powerpoint/2010/main" val="32529581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0" grpId="0" animBg="1"/>
      <p:bldP spid="81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Imagem 16">
            <a:extLst>
              <a:ext uri="{FF2B5EF4-FFF2-40B4-BE49-F238E27FC236}">
                <a16:creationId xmlns:a16="http://schemas.microsoft.com/office/drawing/2014/main" id="{81D5DDBA-C029-CE64-B07B-40D7038A0276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schemeClr val="accent4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5643281" y="3751813"/>
            <a:ext cx="1371600" cy="1371600"/>
          </a:xfrm>
          <a:prstGeom prst="rect">
            <a:avLst/>
          </a:prstGeom>
        </p:spPr>
      </p:pic>
      <p:pic>
        <p:nvPicPr>
          <p:cNvPr id="28" name="Imagem 27">
            <a:extLst>
              <a:ext uri="{FF2B5EF4-FFF2-40B4-BE49-F238E27FC236}">
                <a16:creationId xmlns:a16="http://schemas.microsoft.com/office/drawing/2014/main" id="{F0A65D04-3C03-3CEF-2550-BAB3B89B55BD}"/>
              </a:ext>
            </a:extLst>
          </p:cNvPr>
          <p:cNvPicPr>
            <a:picLocks noChangeAspect="1"/>
          </p:cNvPicPr>
          <p:nvPr/>
        </p:nvPicPr>
        <p:blipFill>
          <a:blip r:embed="rId3">
            <a:duotone>
              <a:schemeClr val="accent2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5177117" y="4437613"/>
            <a:ext cx="1080000" cy="1080000"/>
          </a:xfrm>
          <a:prstGeom prst="rect">
            <a:avLst/>
          </a:prstGeom>
        </p:spPr>
      </p:pic>
      <p:sp>
        <p:nvSpPr>
          <p:cNvPr id="24" name="Espaço Reservado para Conteúdo 2">
            <a:extLst>
              <a:ext uri="{FF2B5EF4-FFF2-40B4-BE49-F238E27FC236}">
                <a16:creationId xmlns:a16="http://schemas.microsoft.com/office/drawing/2014/main" id="{6BCEDDEC-232E-A169-5D52-DD1D7F2977F4}"/>
              </a:ext>
            </a:extLst>
          </p:cNvPr>
          <p:cNvSpPr txBox="1">
            <a:spLocks/>
          </p:cNvSpPr>
          <p:nvPr/>
        </p:nvSpPr>
        <p:spPr bwMode="auto"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228600" indent="-228600" algn="l" rtl="0" fontAlgn="base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rtl="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eaLnBrk="1" hangingPunct="1">
              <a:buFont typeface="Wingdings" panose="05000000000000000000" pitchFamily="2" charset="2"/>
              <a:buChar char="§"/>
            </a:pPr>
            <a:r>
              <a:rPr lang="pt-BR" dirty="0"/>
              <a:t>Como planejar as entregas de definição de engenharia de projetos customizados, assegurando sistematização do processo de planejamento e assertividade do cronograma?</a:t>
            </a:r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0265BCA1-2494-8840-275C-174899458E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INTRODUÇÃO</a:t>
            </a:r>
          </a:p>
        </p:txBody>
      </p:sp>
      <p:pic>
        <p:nvPicPr>
          <p:cNvPr id="5" name="Gráfico 4" descr="Files Vector SVG Icon - SVG Repo">
            <a:extLst>
              <a:ext uri="{FF2B5EF4-FFF2-40B4-BE49-F238E27FC236}">
                <a16:creationId xmlns:a16="http://schemas.microsoft.com/office/drawing/2014/main" id="{E7355F16-0F26-4C07-F9FE-EA39195C80BF}"/>
              </a:ext>
            </a:extLst>
          </p:cNvPr>
          <p:cNvPicPr>
            <a:picLocks noChangeAspect="1"/>
          </p:cNvPicPr>
          <p:nvPr/>
        </p:nvPicPr>
        <p:blipFill>
          <a:blip>
            <a:duotone>
              <a:schemeClr val="accent3">
                <a:shade val="45000"/>
                <a:satMod val="135000"/>
              </a:schemeClr>
              <a:prstClr val="white"/>
            </a:duotone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837847" y="3751813"/>
            <a:ext cx="1800000" cy="1800000"/>
          </a:xfrm>
          <a:prstGeom prst="rect">
            <a:avLst/>
          </a:prstGeom>
        </p:spPr>
      </p:pic>
      <p:pic>
        <p:nvPicPr>
          <p:cNvPr id="7" name="Imagem 6" descr="Check list - Free interface icons">
            <a:extLst>
              <a:ext uri="{FF2B5EF4-FFF2-40B4-BE49-F238E27FC236}">
                <a16:creationId xmlns:a16="http://schemas.microsoft.com/office/drawing/2014/main" id="{BE151701-F994-F522-F3A0-484DA0CC872D}"/>
              </a:ext>
            </a:extLst>
          </p:cNvPr>
          <p:cNvPicPr>
            <a:picLocks noChangeAspect="1"/>
          </p:cNvPicPr>
          <p:nvPr/>
        </p:nvPicPr>
        <p:blipFill>
          <a:blip r:embed="rId5">
            <a:duotone>
              <a:schemeClr val="accent3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1554151" y="3751813"/>
            <a:ext cx="1800000" cy="1800000"/>
          </a:xfrm>
          <a:prstGeom prst="rect">
            <a:avLst/>
          </a:prstGeom>
        </p:spPr>
      </p:pic>
      <p:pic>
        <p:nvPicPr>
          <p:cNvPr id="9" name="Imagem 8">
            <a:extLst>
              <a:ext uri="{FF2B5EF4-FFF2-40B4-BE49-F238E27FC236}">
                <a16:creationId xmlns:a16="http://schemas.microsoft.com/office/drawing/2014/main" id="{3F3CF67C-9A3A-1D8A-78A8-93A40FCE95B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795980" y="4408289"/>
            <a:ext cx="958191" cy="487049"/>
          </a:xfrm>
          <a:prstGeom prst="rightArrow">
            <a:avLst>
              <a:gd name="adj1" fmla="val 47761"/>
              <a:gd name="adj2" fmla="val 58300"/>
            </a:avLst>
          </a:prstGeom>
        </p:spPr>
      </p:pic>
      <p:pic>
        <p:nvPicPr>
          <p:cNvPr id="11" name="Imagem 10">
            <a:extLst>
              <a:ext uri="{FF2B5EF4-FFF2-40B4-BE49-F238E27FC236}">
                <a16:creationId xmlns:a16="http://schemas.microsoft.com/office/drawing/2014/main" id="{64C98A34-C0B3-E56A-6CFA-2F741886CDD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437829" y="4408289"/>
            <a:ext cx="958191" cy="487049"/>
          </a:xfrm>
          <a:prstGeom prst="rightArrow">
            <a:avLst>
              <a:gd name="adj1" fmla="val 47761"/>
              <a:gd name="adj2" fmla="val 58300"/>
            </a:avLst>
          </a:prstGeom>
        </p:spPr>
      </p:pic>
      <p:sp>
        <p:nvSpPr>
          <p:cNvPr id="13" name="CaixaDeTexto 12">
            <a:extLst>
              <a:ext uri="{FF2B5EF4-FFF2-40B4-BE49-F238E27FC236}">
                <a16:creationId xmlns:a16="http://schemas.microsoft.com/office/drawing/2014/main" id="{73ABF350-166B-A172-1399-914B1512B1C4}"/>
              </a:ext>
            </a:extLst>
          </p:cNvPr>
          <p:cNvSpPr txBox="1"/>
          <p:nvPr/>
        </p:nvSpPr>
        <p:spPr>
          <a:xfrm>
            <a:off x="8747641" y="5550551"/>
            <a:ext cx="198041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200" dirty="0"/>
              <a:t>Definição e liberação técnica do produto customizado</a:t>
            </a:r>
          </a:p>
        </p:txBody>
      </p:sp>
      <p:sp>
        <p:nvSpPr>
          <p:cNvPr id="15" name="CaixaDeTexto 14">
            <a:extLst>
              <a:ext uri="{FF2B5EF4-FFF2-40B4-BE49-F238E27FC236}">
                <a16:creationId xmlns:a16="http://schemas.microsoft.com/office/drawing/2014/main" id="{2A70CEDE-62AD-7709-CF4B-B5F978923466}"/>
              </a:ext>
            </a:extLst>
          </p:cNvPr>
          <p:cNvSpPr txBox="1"/>
          <p:nvPr/>
        </p:nvSpPr>
        <p:spPr>
          <a:xfrm>
            <a:off x="1463945" y="5550551"/>
            <a:ext cx="198041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200" dirty="0"/>
              <a:t>Lista de requisitos do produto customizado</a:t>
            </a:r>
          </a:p>
        </p:txBody>
      </p:sp>
      <p:sp>
        <p:nvSpPr>
          <p:cNvPr id="19" name="CaixaDeTexto 18">
            <a:extLst>
              <a:ext uri="{FF2B5EF4-FFF2-40B4-BE49-F238E27FC236}">
                <a16:creationId xmlns:a16="http://schemas.microsoft.com/office/drawing/2014/main" id="{21183DE1-07B2-D849-8B89-6F133A4B0211}"/>
              </a:ext>
            </a:extLst>
          </p:cNvPr>
          <p:cNvSpPr txBox="1"/>
          <p:nvPr/>
        </p:nvSpPr>
        <p:spPr>
          <a:xfrm>
            <a:off x="5076825" y="5649704"/>
            <a:ext cx="23241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200" dirty="0"/>
              <a:t>Eng. Programa e Desenvolvimento do Produto</a:t>
            </a:r>
          </a:p>
        </p:txBody>
      </p:sp>
      <p:pic>
        <p:nvPicPr>
          <p:cNvPr id="22" name="Imagem 21">
            <a:extLst>
              <a:ext uri="{FF2B5EF4-FFF2-40B4-BE49-F238E27FC236}">
                <a16:creationId xmlns:a16="http://schemas.microsoft.com/office/drawing/2014/main" id="{44518710-24A2-DCDD-4E6F-377CF1E91277}"/>
              </a:ext>
            </a:extLst>
          </p:cNvPr>
          <p:cNvPicPr>
            <a:picLocks noChangeAspect="1"/>
          </p:cNvPicPr>
          <p:nvPr/>
        </p:nvPicPr>
        <p:blipFill>
          <a:blip r:embed="rId7">
            <a:duotone>
              <a:schemeClr val="accent2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9728746" y="4210713"/>
            <a:ext cx="593926" cy="5939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8860126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00B0420-B362-335C-492F-524B0FF790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OBJETIVO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103B3DB0-BF3A-8B07-3F00-EE94C82C911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/>
          <a:lstStyle/>
          <a:p>
            <a:pPr>
              <a:buFont typeface="Wingdings" panose="05000000000000000000" pitchFamily="2" charset="2"/>
              <a:buChar char="§"/>
            </a:pPr>
            <a:r>
              <a:rPr lang="pt-BR" dirty="0"/>
              <a:t>Desenvolver e validar um artefato para a sistematização do </a:t>
            </a:r>
            <a:r>
              <a:rPr lang="pt-BR" i="1" dirty="0" err="1"/>
              <a:t>tailoring</a:t>
            </a:r>
            <a:r>
              <a:rPr lang="pt-BR" dirty="0"/>
              <a:t> do cronograma de liberação técnica (</a:t>
            </a:r>
            <a:r>
              <a:rPr lang="pt-BR" i="1" dirty="0" err="1"/>
              <a:t>Engineering</a:t>
            </a:r>
            <a:r>
              <a:rPr lang="pt-BR" i="1" dirty="0"/>
              <a:t> Release Schedule</a:t>
            </a:r>
            <a:r>
              <a:rPr lang="pt-BR" dirty="0"/>
              <a:t>), oriundo de um processo padrão </a:t>
            </a:r>
          </a:p>
          <a:p>
            <a:pPr>
              <a:buFont typeface="Wingdings" panose="05000000000000000000" pitchFamily="2" charset="2"/>
              <a:buChar char="§"/>
            </a:pPr>
            <a:endParaRPr lang="pt-BR" dirty="0"/>
          </a:p>
        </p:txBody>
      </p:sp>
      <p:pic>
        <p:nvPicPr>
          <p:cNvPr id="4" name="Espaço Reservado para Conteúdo 5" descr="Requirements - Free business and finance icons">
            <a:extLst>
              <a:ext uri="{FF2B5EF4-FFF2-40B4-BE49-F238E27FC236}">
                <a16:creationId xmlns:a16="http://schemas.microsoft.com/office/drawing/2014/main" id="{6FDCB9B0-ACE3-510A-5B23-30094FB1BEAF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schemeClr val="accent3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 bwMode="auto">
          <a:xfrm>
            <a:off x="5196000" y="4507676"/>
            <a:ext cx="1042875" cy="1042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" name="Gráfico 4" descr="Files Vector SVG Icon - SVG Repo">
            <a:extLst>
              <a:ext uri="{FF2B5EF4-FFF2-40B4-BE49-F238E27FC236}">
                <a16:creationId xmlns:a16="http://schemas.microsoft.com/office/drawing/2014/main" id="{E0867326-5D59-51BE-DEB8-112CA33172C5}"/>
              </a:ext>
            </a:extLst>
          </p:cNvPr>
          <p:cNvPicPr>
            <a:picLocks noChangeAspect="1"/>
          </p:cNvPicPr>
          <p:nvPr/>
        </p:nvPicPr>
        <p:blipFill>
          <a:blip>
            <a:duotone>
              <a:schemeClr val="accent3">
                <a:shade val="45000"/>
                <a:satMod val="135000"/>
              </a:schemeClr>
              <a:prstClr val="white"/>
            </a:duotone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837847" y="3751813"/>
            <a:ext cx="1800000" cy="1800000"/>
          </a:xfrm>
          <a:prstGeom prst="rect">
            <a:avLst/>
          </a:prstGeom>
        </p:spPr>
      </p:pic>
      <p:pic>
        <p:nvPicPr>
          <p:cNvPr id="6" name="Imagem 5" descr="Check list - Free interface icons">
            <a:extLst>
              <a:ext uri="{FF2B5EF4-FFF2-40B4-BE49-F238E27FC236}">
                <a16:creationId xmlns:a16="http://schemas.microsoft.com/office/drawing/2014/main" id="{4BBAF9D3-2FB6-A689-E27D-E2E07BC14856}"/>
              </a:ext>
            </a:extLst>
          </p:cNvPr>
          <p:cNvPicPr>
            <a:picLocks noChangeAspect="1"/>
          </p:cNvPicPr>
          <p:nvPr/>
        </p:nvPicPr>
        <p:blipFill>
          <a:blip r:embed="rId4">
            <a:duotone>
              <a:schemeClr val="accent3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1554151" y="3751813"/>
            <a:ext cx="1800000" cy="1800000"/>
          </a:xfrm>
          <a:prstGeom prst="rect">
            <a:avLst/>
          </a:prstGeom>
        </p:spPr>
      </p:pic>
      <p:pic>
        <p:nvPicPr>
          <p:cNvPr id="7" name="Imagem 6">
            <a:extLst>
              <a:ext uri="{FF2B5EF4-FFF2-40B4-BE49-F238E27FC236}">
                <a16:creationId xmlns:a16="http://schemas.microsoft.com/office/drawing/2014/main" id="{C0BDCF2B-5D52-B47A-7363-8D9BD7BD75E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795980" y="4408289"/>
            <a:ext cx="958191" cy="487049"/>
          </a:xfrm>
          <a:prstGeom prst="rightArrow">
            <a:avLst>
              <a:gd name="adj1" fmla="val 47761"/>
              <a:gd name="adj2" fmla="val 58300"/>
            </a:avLst>
          </a:prstGeom>
        </p:spPr>
      </p:pic>
      <p:pic>
        <p:nvPicPr>
          <p:cNvPr id="8" name="Imagem 7">
            <a:extLst>
              <a:ext uri="{FF2B5EF4-FFF2-40B4-BE49-F238E27FC236}">
                <a16:creationId xmlns:a16="http://schemas.microsoft.com/office/drawing/2014/main" id="{A58B49C8-FB52-F006-70AD-9C48B3C26D8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37829" y="4408289"/>
            <a:ext cx="958191" cy="487049"/>
          </a:xfrm>
          <a:prstGeom prst="rightArrow">
            <a:avLst>
              <a:gd name="adj1" fmla="val 47761"/>
              <a:gd name="adj2" fmla="val 58300"/>
            </a:avLst>
          </a:prstGeom>
        </p:spPr>
      </p:pic>
      <p:sp>
        <p:nvSpPr>
          <p:cNvPr id="9" name="CaixaDeTexto 8">
            <a:extLst>
              <a:ext uri="{FF2B5EF4-FFF2-40B4-BE49-F238E27FC236}">
                <a16:creationId xmlns:a16="http://schemas.microsoft.com/office/drawing/2014/main" id="{790CB143-D5FC-08BC-EA46-C16BE6595808}"/>
              </a:ext>
            </a:extLst>
          </p:cNvPr>
          <p:cNvSpPr txBox="1"/>
          <p:nvPr/>
        </p:nvSpPr>
        <p:spPr>
          <a:xfrm>
            <a:off x="8747641" y="5550551"/>
            <a:ext cx="198041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200" dirty="0"/>
              <a:t>Definição e liberação técnica do produto customizado</a:t>
            </a:r>
          </a:p>
        </p:txBody>
      </p:sp>
      <p:sp>
        <p:nvSpPr>
          <p:cNvPr id="10" name="CaixaDeTexto 9">
            <a:extLst>
              <a:ext uri="{FF2B5EF4-FFF2-40B4-BE49-F238E27FC236}">
                <a16:creationId xmlns:a16="http://schemas.microsoft.com/office/drawing/2014/main" id="{9C9C9D38-EC26-ED40-CE52-CC34570D84B6}"/>
              </a:ext>
            </a:extLst>
          </p:cNvPr>
          <p:cNvSpPr txBox="1"/>
          <p:nvPr/>
        </p:nvSpPr>
        <p:spPr>
          <a:xfrm>
            <a:off x="1463945" y="5550551"/>
            <a:ext cx="198041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200" dirty="0"/>
              <a:t>Lista de requisitos do produto customizado</a:t>
            </a:r>
          </a:p>
        </p:txBody>
      </p:sp>
      <p:pic>
        <p:nvPicPr>
          <p:cNvPr id="11" name="Imagem 10">
            <a:extLst>
              <a:ext uri="{FF2B5EF4-FFF2-40B4-BE49-F238E27FC236}">
                <a16:creationId xmlns:a16="http://schemas.microsoft.com/office/drawing/2014/main" id="{A80D57F4-E8F4-545E-01BD-558A5A4E45F4}"/>
              </a:ext>
            </a:extLst>
          </p:cNvPr>
          <p:cNvPicPr>
            <a:picLocks noChangeAspect="1"/>
          </p:cNvPicPr>
          <p:nvPr/>
        </p:nvPicPr>
        <p:blipFill>
          <a:blip r:embed="rId6">
            <a:duotone>
              <a:schemeClr val="accent1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5643281" y="3751813"/>
            <a:ext cx="1371600" cy="1371600"/>
          </a:xfrm>
          <a:prstGeom prst="rect">
            <a:avLst/>
          </a:prstGeom>
        </p:spPr>
      </p:pic>
      <p:sp>
        <p:nvSpPr>
          <p:cNvPr id="12" name="CaixaDeTexto 11">
            <a:extLst>
              <a:ext uri="{FF2B5EF4-FFF2-40B4-BE49-F238E27FC236}">
                <a16:creationId xmlns:a16="http://schemas.microsoft.com/office/drawing/2014/main" id="{248153FD-37A1-0A9B-18BE-732886D24B1A}"/>
              </a:ext>
            </a:extLst>
          </p:cNvPr>
          <p:cNvSpPr txBox="1"/>
          <p:nvPr/>
        </p:nvSpPr>
        <p:spPr>
          <a:xfrm>
            <a:off x="5076825" y="5649704"/>
            <a:ext cx="23241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200" dirty="0"/>
              <a:t>Eng. Projetos e Desenvolvimento do Produto</a:t>
            </a:r>
          </a:p>
        </p:txBody>
      </p:sp>
      <p:pic>
        <p:nvPicPr>
          <p:cNvPr id="13" name="Imagem 12">
            <a:extLst>
              <a:ext uri="{FF2B5EF4-FFF2-40B4-BE49-F238E27FC236}">
                <a16:creationId xmlns:a16="http://schemas.microsoft.com/office/drawing/2014/main" id="{56DFF954-DA63-4036-4EC0-27E9E17664AC}"/>
              </a:ext>
            </a:extLst>
          </p:cNvPr>
          <p:cNvPicPr>
            <a:picLocks noChangeAspect="1"/>
          </p:cNvPicPr>
          <p:nvPr/>
        </p:nvPicPr>
        <p:blipFill>
          <a:blip r:embed="rId7">
            <a:duotone>
              <a:schemeClr val="accent6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9728746" y="4210713"/>
            <a:ext cx="593926" cy="593926"/>
          </a:xfrm>
          <a:prstGeom prst="rect">
            <a:avLst/>
          </a:prstGeom>
        </p:spPr>
      </p:pic>
      <p:pic>
        <p:nvPicPr>
          <p:cNvPr id="14" name="Imagem 13" descr="Free Green Check Vector Art - Download 8,347+ Green Check Icons ...">
            <a:extLst>
              <a:ext uri="{FF2B5EF4-FFF2-40B4-BE49-F238E27FC236}">
                <a16:creationId xmlns:a16="http://schemas.microsoft.com/office/drawing/2014/main" id="{804F6424-20CE-D03D-BF92-23023AE0CAA9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962672" y="4770164"/>
            <a:ext cx="720000" cy="7064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3479450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EEC8E9-F425-B7B5-960A-4D9E9D7008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Imagem 16">
            <a:extLst>
              <a:ext uri="{FF2B5EF4-FFF2-40B4-BE49-F238E27FC236}">
                <a16:creationId xmlns:a16="http://schemas.microsoft.com/office/drawing/2014/main" id="{3620486B-3C3E-F82A-F366-5E8AED587FE2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45876"/>
          <a:stretch>
            <a:fillRect/>
          </a:stretch>
        </p:blipFill>
        <p:spPr>
          <a:xfrm>
            <a:off x="0" y="1570598"/>
            <a:ext cx="12192000" cy="3700649"/>
          </a:xfrm>
          <a:prstGeom prst="rect">
            <a:avLst/>
          </a:prstGeom>
        </p:spPr>
      </p:pic>
      <p:sp>
        <p:nvSpPr>
          <p:cNvPr id="18" name="Título 3">
            <a:extLst>
              <a:ext uri="{FF2B5EF4-FFF2-40B4-BE49-F238E27FC236}">
                <a16:creationId xmlns:a16="http://schemas.microsoft.com/office/drawing/2014/main" id="{D97493F9-9D1A-6AFA-A0F6-E65CFB4D29A0}"/>
              </a:ext>
            </a:extLst>
          </p:cNvPr>
          <p:cNvSpPr txBox="1">
            <a:spLocks/>
          </p:cNvSpPr>
          <p:nvPr/>
        </p:nvSpPr>
        <p:spPr bwMode="auto"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5pPr>
            <a:lvl6pPr marL="4572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6pPr>
            <a:lvl7pPr marL="9144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7pPr>
            <a:lvl8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8pPr>
            <a:lvl9pPr marL="1828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9pPr>
          </a:lstStyle>
          <a:p>
            <a:pPr eaLnBrk="1" hangingPunct="1"/>
            <a:r>
              <a:rPr lang="pt-BR" dirty="0">
                <a:solidFill>
                  <a:schemeClr val="bg2"/>
                </a:solidFill>
              </a:rPr>
              <a:t>METODOLOGIA</a:t>
            </a:r>
          </a:p>
        </p:txBody>
      </p:sp>
      <p:sp>
        <p:nvSpPr>
          <p:cNvPr id="19" name="Subtítulo 4">
            <a:extLst>
              <a:ext uri="{FF2B5EF4-FFF2-40B4-BE49-F238E27FC236}">
                <a16:creationId xmlns:a16="http://schemas.microsoft.com/office/drawing/2014/main" id="{D58BCBF0-5CA6-8609-7389-49AACB73BBEE}"/>
              </a:ext>
            </a:extLst>
          </p:cNvPr>
          <p:cNvSpPr txBox="1">
            <a:spLocks/>
          </p:cNvSpPr>
          <p:nvPr/>
        </p:nvSpPr>
        <p:spPr bwMode="auto"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rmAutofit/>
          </a:bodyPr>
          <a:lstStyle>
            <a:lvl1pPr marL="228600" indent="-228600" algn="l" rtl="0" fontAlgn="base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rtl="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eaLnBrk="1" hangingPunct="1">
              <a:buFont typeface="Wingdings" panose="05000000000000000000" pitchFamily="2" charset="2"/>
              <a:buChar char="§"/>
            </a:pPr>
            <a:r>
              <a:rPr lang="pt-BR" sz="1000" dirty="0">
                <a:solidFill>
                  <a:schemeClr val="bg2"/>
                </a:solidFill>
              </a:rPr>
              <a:t>CLASSIFICAÇÃO DA PESQUISA E CARACATERIZAÇÃO DO LOCAL</a:t>
            </a:r>
          </a:p>
          <a:p>
            <a:pPr eaLnBrk="1" hangingPunct="1">
              <a:buFont typeface="Wingdings" panose="05000000000000000000" pitchFamily="2" charset="2"/>
              <a:buChar char="§"/>
            </a:pPr>
            <a:r>
              <a:rPr lang="pt-BR" sz="1000" dirty="0">
                <a:solidFill>
                  <a:schemeClr val="bg2"/>
                </a:solidFill>
              </a:rPr>
              <a:t>DIAGNÓSTICO E LEVANTAMENTO DE REQUISITOS</a:t>
            </a:r>
          </a:p>
          <a:p>
            <a:pPr eaLnBrk="1" hangingPunct="1">
              <a:buFont typeface="Wingdings" panose="05000000000000000000" pitchFamily="2" charset="2"/>
              <a:buChar char="§"/>
            </a:pPr>
            <a:r>
              <a:rPr lang="pt-BR" sz="1000" dirty="0">
                <a:solidFill>
                  <a:schemeClr val="bg2"/>
                </a:solidFill>
              </a:rPr>
              <a:t>DESENVOLVIMENTO DO ARTEFATO E GESTÃO DE RISCOS </a:t>
            </a:r>
          </a:p>
          <a:p>
            <a:pPr eaLnBrk="1" hangingPunct="1">
              <a:buFont typeface="Wingdings" panose="05000000000000000000" pitchFamily="2" charset="2"/>
              <a:buChar char="§"/>
            </a:pPr>
            <a:r>
              <a:rPr lang="pt-BR" sz="1000" dirty="0">
                <a:solidFill>
                  <a:schemeClr val="bg2"/>
                </a:solidFill>
              </a:rPr>
              <a:t>VALIDAÇÃO E LIMITAÇÕE</a:t>
            </a:r>
          </a:p>
          <a:p>
            <a:pPr eaLnBrk="1" hangingPunct="1">
              <a:buFont typeface="Wingdings" panose="05000000000000000000" pitchFamily="2" charset="2"/>
              <a:buChar char="§"/>
            </a:pP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85407533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72876D4-A3C4-DAFC-FF29-437CEB9211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Imagem 5">
            <a:extLst>
              <a:ext uri="{FF2B5EF4-FFF2-40B4-BE49-F238E27FC236}">
                <a16:creationId xmlns:a16="http://schemas.microsoft.com/office/drawing/2014/main" id="{C564343A-85A0-76F8-FB40-CD23CC228932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458" t="71631" r="38477" b="24916"/>
          <a:stretch>
            <a:fillRect/>
          </a:stretch>
        </p:blipFill>
        <p:spPr>
          <a:xfrm>
            <a:off x="1" y="1326022"/>
            <a:ext cx="7745506" cy="364666"/>
          </a:xfrm>
          <a:prstGeom prst="rect">
            <a:avLst/>
          </a:prstGeom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506E61B4-51BD-B5A0-0C2C-270EE2222C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pt-BR" dirty="0"/>
              <a:t>METODOLOGIA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982B74AD-4F4A-57BF-7C18-05ADFD16914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6907307" cy="4351338"/>
          </a:xfrm>
        </p:spPr>
        <p:txBody>
          <a:bodyPr/>
          <a:lstStyle/>
          <a:p>
            <a:pPr>
              <a:buFont typeface="Wingdings" panose="05000000000000000000" pitchFamily="2" charset="2"/>
              <a:buChar char="§"/>
            </a:pPr>
            <a:r>
              <a:rPr lang="pt-BR" dirty="0"/>
              <a:t>Engenharia do Produto e do Programa de uma indústria especializada em manufatura modular CTO,</a:t>
            </a:r>
            <a:r>
              <a:rPr lang="pt-BR" i="1" dirty="0"/>
              <a:t> </a:t>
            </a:r>
            <a:r>
              <a:rPr lang="pt-BR" dirty="0"/>
              <a:t>modelo de negocio B2B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pt-BR" dirty="0"/>
              <a:t>A pesquisa conectou os ciclos da Pesquisa-Ação ao Guia de Orientação para Desenvolvimento de Projetos utilizado como base para o desenvolvimento do artefato</a:t>
            </a:r>
            <a:endParaRPr lang="pt-BR" dirty="0">
              <a:highlight>
                <a:srgbClr val="FFFF00"/>
              </a:highlight>
            </a:endParaRPr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D3E15C77-2BAA-7BA9-9C67-2CEE61E1427C}"/>
              </a:ext>
            </a:extLst>
          </p:cNvPr>
          <p:cNvSpPr txBox="1"/>
          <p:nvPr/>
        </p:nvSpPr>
        <p:spPr>
          <a:xfrm>
            <a:off x="838200" y="1321356"/>
            <a:ext cx="596342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>
                <a:solidFill>
                  <a:schemeClr val="bg2"/>
                </a:solidFill>
              </a:rPr>
              <a:t>CLASSIFICAÇÃO DA PESQUISA E CARACATERIZAÇÃO DO LOCAL</a:t>
            </a:r>
          </a:p>
        </p:txBody>
      </p:sp>
      <p:grpSp>
        <p:nvGrpSpPr>
          <p:cNvPr id="38" name="Agrupar 37">
            <a:extLst>
              <a:ext uri="{FF2B5EF4-FFF2-40B4-BE49-F238E27FC236}">
                <a16:creationId xmlns:a16="http://schemas.microsoft.com/office/drawing/2014/main" id="{78D7C10C-A1CC-04BF-A71A-AACFE9C074F5}"/>
              </a:ext>
            </a:extLst>
          </p:cNvPr>
          <p:cNvGrpSpPr/>
          <p:nvPr/>
        </p:nvGrpSpPr>
        <p:grpSpPr>
          <a:xfrm>
            <a:off x="7647522" y="1902797"/>
            <a:ext cx="4561684" cy="4000668"/>
            <a:chOff x="7647522" y="1902797"/>
            <a:chExt cx="4561684" cy="4000668"/>
          </a:xfrm>
        </p:grpSpPr>
        <p:sp>
          <p:nvSpPr>
            <p:cNvPr id="14" name="Arco 13">
              <a:extLst>
                <a:ext uri="{FF2B5EF4-FFF2-40B4-BE49-F238E27FC236}">
                  <a16:creationId xmlns:a16="http://schemas.microsoft.com/office/drawing/2014/main" id="{7275B224-40BC-68A9-9A0E-37C267713D5C}"/>
                </a:ext>
              </a:extLst>
            </p:cNvPr>
            <p:cNvSpPr>
              <a:spLocks noChangeAspect="1"/>
            </p:cNvSpPr>
            <p:nvPr/>
          </p:nvSpPr>
          <p:spPr>
            <a:xfrm rot="7699015">
              <a:off x="8297544" y="2502618"/>
              <a:ext cx="3400847" cy="3400847"/>
            </a:xfrm>
            <a:custGeom>
              <a:avLst/>
              <a:gdLst>
                <a:gd name="csX0" fmla="*/ 1700423 w 3400847"/>
                <a:gd name="csY0" fmla="*/ 0 h 3400847"/>
                <a:gd name="csX1" fmla="*/ 3400847 w 3400847"/>
                <a:gd name="csY1" fmla="*/ 1700424 h 3400847"/>
                <a:gd name="csX2" fmla="*/ 2800031 w 3400847"/>
                <a:gd name="csY2" fmla="*/ 1700424 h 3400847"/>
                <a:gd name="csX3" fmla="*/ 2250227 w 3400847"/>
                <a:gd name="csY3" fmla="*/ 1700424 h 3400847"/>
                <a:gd name="csX4" fmla="*/ 1700424 w 3400847"/>
                <a:gd name="csY4" fmla="*/ 1700424 h 3400847"/>
                <a:gd name="csX5" fmla="*/ 1700423 w 3400847"/>
                <a:gd name="csY5" fmla="*/ 0 h 3400847"/>
                <a:gd name="csX0" fmla="*/ 1700423 w 3400847"/>
                <a:gd name="csY0" fmla="*/ 0 h 3400847"/>
                <a:gd name="csX1" fmla="*/ 3400847 w 3400847"/>
                <a:gd name="csY1" fmla="*/ 1700424 h 3400847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</a:cxnLst>
              <a:rect l="l" t="t" r="r" b="b"/>
              <a:pathLst>
                <a:path w="3400847" h="3400847" stroke="0" extrusionOk="0">
                  <a:moveTo>
                    <a:pt x="1700423" y="0"/>
                  </a:moveTo>
                  <a:cubicBezTo>
                    <a:pt x="2582128" y="-35413"/>
                    <a:pt x="3328679" y="788392"/>
                    <a:pt x="3400847" y="1700424"/>
                  </a:cubicBezTo>
                  <a:cubicBezTo>
                    <a:pt x="3219133" y="1768235"/>
                    <a:pt x="2958178" y="1646312"/>
                    <a:pt x="2800031" y="1700424"/>
                  </a:cubicBezTo>
                  <a:cubicBezTo>
                    <a:pt x="2641884" y="1754536"/>
                    <a:pt x="2405068" y="1645934"/>
                    <a:pt x="2250227" y="1700424"/>
                  </a:cubicBezTo>
                  <a:cubicBezTo>
                    <a:pt x="2095386" y="1754914"/>
                    <a:pt x="1841794" y="1642220"/>
                    <a:pt x="1700424" y="1700424"/>
                  </a:cubicBezTo>
                  <a:cubicBezTo>
                    <a:pt x="1665150" y="1020001"/>
                    <a:pt x="1723145" y="482724"/>
                    <a:pt x="1700423" y="0"/>
                  </a:cubicBezTo>
                  <a:close/>
                </a:path>
                <a:path w="3400847" h="3400847" fill="none" extrusionOk="0">
                  <a:moveTo>
                    <a:pt x="1700423" y="0"/>
                  </a:moveTo>
                  <a:cubicBezTo>
                    <a:pt x="2527637" y="98340"/>
                    <a:pt x="3491265" y="777424"/>
                    <a:pt x="3400847" y="1700424"/>
                  </a:cubicBezTo>
                </a:path>
                <a:path w="3400847" h="3400847" fill="none" stroke="0" extrusionOk="0">
                  <a:moveTo>
                    <a:pt x="1700423" y="0"/>
                  </a:moveTo>
                  <a:cubicBezTo>
                    <a:pt x="2570155" y="-45495"/>
                    <a:pt x="3475193" y="640318"/>
                    <a:pt x="3400847" y="1700424"/>
                  </a:cubicBezTo>
                </a:path>
              </a:pathLst>
            </a:custGeom>
            <a:ln w="41275">
              <a:solidFill>
                <a:schemeClr val="bg1">
                  <a:lumMod val="75000"/>
                </a:schemeClr>
              </a:solidFill>
              <a:headEnd type="triangle"/>
              <a:tailEnd type="triangle"/>
              <a:extLst>
                <a:ext uri="{C807C97D-BFC1-408E-A445-0C87EB9F89A2}">
                  <ask:lineSketchStyleProps xmlns:ask="http://schemas.microsoft.com/office/drawing/2018/sketchyshapes" sd="1219033472">
                    <a:prstGeom prst="arc">
                      <a:avLst/>
                    </a:prstGeom>
                    <ask:type>
                      <ask:lineSketchScribble/>
                    </ask:type>
                  </ask:lineSketchStyleProps>
                </a:ext>
              </a:extLst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12" name="Arco 11">
              <a:extLst>
                <a:ext uri="{FF2B5EF4-FFF2-40B4-BE49-F238E27FC236}">
                  <a16:creationId xmlns:a16="http://schemas.microsoft.com/office/drawing/2014/main" id="{58B61BB8-4CFD-00FB-DD04-9B0F58AA15CE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9119845" y="2273226"/>
              <a:ext cx="2334707" cy="3240000"/>
            </a:xfrm>
            <a:custGeom>
              <a:avLst/>
              <a:gdLst>
                <a:gd name="csX0" fmla="*/ 1167353 w 2334707"/>
                <a:gd name="csY0" fmla="*/ 0 h 3240000"/>
                <a:gd name="csX1" fmla="*/ 2334707 w 2334707"/>
                <a:gd name="csY1" fmla="*/ 1620000 h 3240000"/>
                <a:gd name="csX2" fmla="*/ 1727683 w 2334707"/>
                <a:gd name="csY2" fmla="*/ 1620000 h 3240000"/>
                <a:gd name="csX3" fmla="*/ 1167354 w 2334707"/>
                <a:gd name="csY3" fmla="*/ 1620000 h 3240000"/>
                <a:gd name="csX4" fmla="*/ 1167353 w 2334707"/>
                <a:gd name="csY4" fmla="*/ 0 h 3240000"/>
                <a:gd name="csX0" fmla="*/ 1167353 w 2334707"/>
                <a:gd name="csY0" fmla="*/ 0 h 3240000"/>
                <a:gd name="csX1" fmla="*/ 2334707 w 2334707"/>
                <a:gd name="csY1" fmla="*/ 1620000 h 324000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</a:cxnLst>
              <a:rect l="l" t="t" r="r" b="b"/>
              <a:pathLst>
                <a:path w="2334707" h="3240000" stroke="0" extrusionOk="0">
                  <a:moveTo>
                    <a:pt x="1167353" y="0"/>
                  </a:moveTo>
                  <a:cubicBezTo>
                    <a:pt x="1620656" y="-118066"/>
                    <a:pt x="2281628" y="745221"/>
                    <a:pt x="2334707" y="1620000"/>
                  </a:cubicBezTo>
                  <a:cubicBezTo>
                    <a:pt x="2062588" y="1691133"/>
                    <a:pt x="1866693" y="1582815"/>
                    <a:pt x="1727683" y="1620000"/>
                  </a:cubicBezTo>
                  <a:cubicBezTo>
                    <a:pt x="1588673" y="1657185"/>
                    <a:pt x="1428639" y="1575500"/>
                    <a:pt x="1167354" y="1620000"/>
                  </a:cubicBezTo>
                  <a:cubicBezTo>
                    <a:pt x="1126702" y="1057758"/>
                    <a:pt x="1293551" y="600298"/>
                    <a:pt x="1167353" y="0"/>
                  </a:cubicBezTo>
                  <a:close/>
                </a:path>
                <a:path w="2334707" h="3240000" fill="none" extrusionOk="0">
                  <a:moveTo>
                    <a:pt x="1167353" y="0"/>
                  </a:moveTo>
                  <a:cubicBezTo>
                    <a:pt x="1640818" y="-26224"/>
                    <a:pt x="2304517" y="753722"/>
                    <a:pt x="2334707" y="1620000"/>
                  </a:cubicBezTo>
                </a:path>
                <a:path w="2334707" h="3240000" fill="none" stroke="0" extrusionOk="0">
                  <a:moveTo>
                    <a:pt x="1167353" y="0"/>
                  </a:moveTo>
                  <a:cubicBezTo>
                    <a:pt x="1923555" y="13226"/>
                    <a:pt x="2449316" y="489434"/>
                    <a:pt x="2334707" y="1620000"/>
                  </a:cubicBezTo>
                </a:path>
              </a:pathLst>
            </a:custGeom>
            <a:ln w="41275">
              <a:solidFill>
                <a:schemeClr val="bg1">
                  <a:lumMod val="75000"/>
                </a:schemeClr>
              </a:solidFill>
              <a:headEnd type="triangle"/>
              <a:tailEnd type="triangle"/>
              <a:extLst>
                <a:ext uri="{C807C97D-BFC1-408E-A445-0C87EB9F89A2}">
                  <ask:lineSketchStyleProps xmlns:ask="http://schemas.microsoft.com/office/drawing/2018/sketchyshapes" sd="1219033472">
                    <a:prstGeom prst="arc">
                      <a:avLst/>
                    </a:prstGeom>
                    <ask:type>
                      <ask:lineSketchScribble/>
                    </ask:type>
                  </ask:lineSketchStyleProps>
                </a:ext>
              </a:extLst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pt-BR" dirty="0"/>
            </a:p>
          </p:txBody>
        </p:sp>
        <p:sp>
          <p:nvSpPr>
            <p:cNvPr id="16" name="Arco 15">
              <a:extLst>
                <a:ext uri="{FF2B5EF4-FFF2-40B4-BE49-F238E27FC236}">
                  <a16:creationId xmlns:a16="http://schemas.microsoft.com/office/drawing/2014/main" id="{A109540A-4377-3DB6-28D1-8A709B36DE3C}"/>
                </a:ext>
              </a:extLst>
            </p:cNvPr>
            <p:cNvSpPr>
              <a:spLocks noChangeAspect="1"/>
            </p:cNvSpPr>
            <p:nvPr/>
          </p:nvSpPr>
          <p:spPr>
            <a:xfrm rot="15030854">
              <a:off x="8095122" y="2273226"/>
              <a:ext cx="3240000" cy="3240000"/>
            </a:xfrm>
            <a:custGeom>
              <a:avLst/>
              <a:gdLst>
                <a:gd name="csX0" fmla="*/ 1620000 w 3240000"/>
                <a:gd name="csY0" fmla="*/ 0 h 3240000"/>
                <a:gd name="csX1" fmla="*/ 3240000 w 3240000"/>
                <a:gd name="csY1" fmla="*/ 1620000 h 3240000"/>
                <a:gd name="csX2" fmla="*/ 2667600 w 3240000"/>
                <a:gd name="csY2" fmla="*/ 1620000 h 3240000"/>
                <a:gd name="csX3" fmla="*/ 2143800 w 3240000"/>
                <a:gd name="csY3" fmla="*/ 1620000 h 3240000"/>
                <a:gd name="csX4" fmla="*/ 1620000 w 3240000"/>
                <a:gd name="csY4" fmla="*/ 1620000 h 3240000"/>
                <a:gd name="csX5" fmla="*/ 1620000 w 3240000"/>
                <a:gd name="csY5" fmla="*/ 1063800 h 3240000"/>
                <a:gd name="csX6" fmla="*/ 1620000 w 3240000"/>
                <a:gd name="csY6" fmla="*/ 556200 h 3240000"/>
                <a:gd name="csX7" fmla="*/ 1620000 w 3240000"/>
                <a:gd name="csY7" fmla="*/ 0 h 3240000"/>
                <a:gd name="csX0" fmla="*/ 1620000 w 3240000"/>
                <a:gd name="csY0" fmla="*/ 0 h 3240000"/>
                <a:gd name="csX1" fmla="*/ 3240000 w 3240000"/>
                <a:gd name="csY1" fmla="*/ 1620000 h 324000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</a:cxnLst>
              <a:rect l="l" t="t" r="r" b="b"/>
              <a:pathLst>
                <a:path w="3240000" h="3240000" stroke="0" extrusionOk="0">
                  <a:moveTo>
                    <a:pt x="1620000" y="0"/>
                  </a:moveTo>
                  <a:cubicBezTo>
                    <a:pt x="2437399" y="-47681"/>
                    <a:pt x="3123690" y="768952"/>
                    <a:pt x="3240000" y="1620000"/>
                  </a:cubicBezTo>
                  <a:cubicBezTo>
                    <a:pt x="3031315" y="1685945"/>
                    <a:pt x="2923234" y="1607971"/>
                    <a:pt x="2667600" y="1620000"/>
                  </a:cubicBezTo>
                  <a:cubicBezTo>
                    <a:pt x="2411966" y="1632029"/>
                    <a:pt x="2319443" y="1583356"/>
                    <a:pt x="2143800" y="1620000"/>
                  </a:cubicBezTo>
                  <a:cubicBezTo>
                    <a:pt x="1968157" y="1656644"/>
                    <a:pt x="1877675" y="1613872"/>
                    <a:pt x="1620000" y="1620000"/>
                  </a:cubicBezTo>
                  <a:cubicBezTo>
                    <a:pt x="1569803" y="1378169"/>
                    <a:pt x="1649863" y="1190913"/>
                    <a:pt x="1620000" y="1063800"/>
                  </a:cubicBezTo>
                  <a:cubicBezTo>
                    <a:pt x="1590137" y="936687"/>
                    <a:pt x="1653291" y="772155"/>
                    <a:pt x="1620000" y="556200"/>
                  </a:cubicBezTo>
                  <a:cubicBezTo>
                    <a:pt x="1586709" y="340245"/>
                    <a:pt x="1655079" y="203477"/>
                    <a:pt x="1620000" y="0"/>
                  </a:cubicBezTo>
                  <a:close/>
                </a:path>
                <a:path w="3240000" h="3240000" fill="none" extrusionOk="0">
                  <a:moveTo>
                    <a:pt x="1620000" y="0"/>
                  </a:moveTo>
                  <a:cubicBezTo>
                    <a:pt x="2735874" y="53178"/>
                    <a:pt x="3221078" y="722238"/>
                    <a:pt x="3240000" y="1620000"/>
                  </a:cubicBezTo>
                </a:path>
                <a:path w="3240000" h="3240000" fill="none" stroke="0" extrusionOk="0">
                  <a:moveTo>
                    <a:pt x="1620000" y="0"/>
                  </a:moveTo>
                  <a:cubicBezTo>
                    <a:pt x="2380656" y="186285"/>
                    <a:pt x="3311522" y="765340"/>
                    <a:pt x="3240000" y="1620000"/>
                  </a:cubicBezTo>
                </a:path>
              </a:pathLst>
            </a:custGeom>
            <a:ln w="41275">
              <a:solidFill>
                <a:schemeClr val="bg1">
                  <a:lumMod val="75000"/>
                </a:schemeClr>
              </a:solidFill>
              <a:headEnd type="triangle"/>
              <a:tailEnd type="triangle"/>
              <a:extLst>
                <a:ext uri="{C807C97D-BFC1-408E-A445-0C87EB9F89A2}">
                  <ask:lineSketchStyleProps xmlns:ask="http://schemas.microsoft.com/office/drawing/2018/sketchyshapes" sd="1219033472">
                    <a:prstGeom prst="arc">
                      <a:avLst/>
                    </a:prstGeom>
                    <ask:type>
                      <ask:lineSketchScribble/>
                    </ask:type>
                  </ask:lineSketchStyleProps>
                </a:ext>
              </a:extLst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grpSp>
          <p:nvGrpSpPr>
            <p:cNvPr id="27" name="Agrupar 26">
              <a:extLst>
                <a:ext uri="{FF2B5EF4-FFF2-40B4-BE49-F238E27FC236}">
                  <a16:creationId xmlns:a16="http://schemas.microsoft.com/office/drawing/2014/main" id="{9CD4AD9B-8865-BFCB-E227-3F23D8482141}"/>
                </a:ext>
              </a:extLst>
            </p:cNvPr>
            <p:cNvGrpSpPr/>
            <p:nvPr/>
          </p:nvGrpSpPr>
          <p:grpSpPr>
            <a:xfrm>
              <a:off x="9008516" y="3184846"/>
              <a:ext cx="1570307" cy="1249265"/>
              <a:chOff x="9112052" y="2991737"/>
              <a:chExt cx="1570307" cy="1249265"/>
            </a:xfrm>
          </p:grpSpPr>
          <p:pic>
            <p:nvPicPr>
              <p:cNvPr id="7" name="Imagem 6">
                <a:extLst>
                  <a:ext uri="{FF2B5EF4-FFF2-40B4-BE49-F238E27FC236}">
                    <a16:creationId xmlns:a16="http://schemas.microsoft.com/office/drawing/2014/main" id="{A7F844E5-6518-E9DE-C35C-2164E42B814F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</a:blip>
              <a:stretch>
                <a:fillRect/>
              </a:stretch>
            </p:blipFill>
            <p:spPr>
              <a:xfrm>
                <a:off x="9321365" y="2991737"/>
                <a:ext cx="1102084" cy="1102084"/>
              </a:xfrm>
              <a:prstGeom prst="rect">
                <a:avLst/>
              </a:prstGeom>
            </p:spPr>
          </p:pic>
          <p:sp>
            <p:nvSpPr>
              <p:cNvPr id="18" name="CaixaDeTexto 17">
                <a:extLst>
                  <a:ext uri="{FF2B5EF4-FFF2-40B4-BE49-F238E27FC236}">
                    <a16:creationId xmlns:a16="http://schemas.microsoft.com/office/drawing/2014/main" id="{CDABE124-A2CA-D1D2-F8AA-F6ADD6C0C467}"/>
                  </a:ext>
                </a:extLst>
              </p:cNvPr>
              <p:cNvSpPr txBox="1"/>
              <p:nvPr/>
            </p:nvSpPr>
            <p:spPr>
              <a:xfrm>
                <a:off x="9112052" y="3964003"/>
                <a:ext cx="1570307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pt-BR" sz="1200" dirty="0"/>
                  <a:t>Usuário</a:t>
                </a:r>
              </a:p>
            </p:txBody>
          </p:sp>
        </p:grpSp>
        <p:grpSp>
          <p:nvGrpSpPr>
            <p:cNvPr id="28" name="Agrupar 27">
              <a:extLst>
                <a:ext uri="{FF2B5EF4-FFF2-40B4-BE49-F238E27FC236}">
                  <a16:creationId xmlns:a16="http://schemas.microsoft.com/office/drawing/2014/main" id="{3B06EC2D-6A0B-C139-0986-9DD129061460}"/>
                </a:ext>
              </a:extLst>
            </p:cNvPr>
            <p:cNvGrpSpPr/>
            <p:nvPr/>
          </p:nvGrpSpPr>
          <p:grpSpPr>
            <a:xfrm>
              <a:off x="7647522" y="4595999"/>
              <a:ext cx="1570307" cy="1012596"/>
              <a:chOff x="7318759" y="3951870"/>
              <a:chExt cx="1570307" cy="1012596"/>
            </a:xfrm>
          </p:grpSpPr>
          <p:pic>
            <p:nvPicPr>
              <p:cNvPr id="10" name="Imagem 9">
                <a:extLst>
                  <a:ext uri="{FF2B5EF4-FFF2-40B4-BE49-F238E27FC236}">
                    <a16:creationId xmlns:a16="http://schemas.microsoft.com/office/drawing/2014/main" id="{109D2B31-0CF0-FD5A-2896-FA0B1B20667D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>
                <a:duotone>
                  <a:schemeClr val="accent6">
                    <a:shade val="45000"/>
                    <a:satMod val="135000"/>
                  </a:schemeClr>
                  <a:prstClr val="white"/>
                </a:duotone>
              </a:blip>
              <a:stretch>
                <a:fillRect/>
              </a:stretch>
            </p:blipFill>
            <p:spPr>
              <a:xfrm>
                <a:off x="7743913" y="3951870"/>
                <a:ext cx="720000" cy="720000"/>
              </a:xfrm>
              <a:prstGeom prst="rect">
                <a:avLst/>
              </a:prstGeom>
            </p:spPr>
          </p:pic>
          <p:sp>
            <p:nvSpPr>
              <p:cNvPr id="20" name="CaixaDeTexto 19">
                <a:extLst>
                  <a:ext uri="{FF2B5EF4-FFF2-40B4-BE49-F238E27FC236}">
                    <a16:creationId xmlns:a16="http://schemas.microsoft.com/office/drawing/2014/main" id="{293506AC-6D8E-8D55-E2ED-CC34F832AFC8}"/>
                  </a:ext>
                </a:extLst>
              </p:cNvPr>
              <p:cNvSpPr txBox="1"/>
              <p:nvPr/>
            </p:nvSpPr>
            <p:spPr>
              <a:xfrm>
                <a:off x="7318759" y="4687467"/>
                <a:ext cx="1570307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pt-BR" sz="1200" dirty="0"/>
                  <a:t>Testes</a:t>
                </a:r>
              </a:p>
            </p:txBody>
          </p:sp>
        </p:grpSp>
        <p:grpSp>
          <p:nvGrpSpPr>
            <p:cNvPr id="25" name="Agrupar 24">
              <a:extLst>
                <a:ext uri="{FF2B5EF4-FFF2-40B4-BE49-F238E27FC236}">
                  <a16:creationId xmlns:a16="http://schemas.microsoft.com/office/drawing/2014/main" id="{D03C499F-D77E-387B-7B6C-7F44AB7C4791}"/>
                </a:ext>
              </a:extLst>
            </p:cNvPr>
            <p:cNvGrpSpPr/>
            <p:nvPr/>
          </p:nvGrpSpPr>
          <p:grpSpPr>
            <a:xfrm>
              <a:off x="10638899" y="3957882"/>
              <a:ext cx="1570307" cy="1197262"/>
              <a:chOff x="10638955" y="3733821"/>
              <a:chExt cx="1570307" cy="1197262"/>
            </a:xfrm>
          </p:grpSpPr>
          <p:pic>
            <p:nvPicPr>
              <p:cNvPr id="8" name="Imagem 7" descr="Product development - free icon">
                <a:extLst>
                  <a:ext uri="{FF2B5EF4-FFF2-40B4-BE49-F238E27FC236}">
                    <a16:creationId xmlns:a16="http://schemas.microsoft.com/office/drawing/2014/main" id="{E95307CC-B616-95E3-D0B5-DAC30EA4D540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>
                <a:duotone>
                  <a:prstClr val="black"/>
                  <a:schemeClr val="accent6">
                    <a:tint val="45000"/>
                    <a:satMod val="400000"/>
                  </a:schemeClr>
                </a:duotone>
              </a:blip>
              <a:stretch>
                <a:fillRect/>
              </a:stretch>
            </p:blipFill>
            <p:spPr>
              <a:xfrm>
                <a:off x="11064109" y="3733821"/>
                <a:ext cx="720000" cy="720000"/>
              </a:xfrm>
              <a:prstGeom prst="rect">
                <a:avLst/>
              </a:prstGeom>
            </p:spPr>
          </p:pic>
          <p:sp>
            <p:nvSpPr>
              <p:cNvPr id="22" name="CaixaDeTexto 21">
                <a:extLst>
                  <a:ext uri="{FF2B5EF4-FFF2-40B4-BE49-F238E27FC236}">
                    <a16:creationId xmlns:a16="http://schemas.microsoft.com/office/drawing/2014/main" id="{A8067675-A9BF-8F23-0F84-423BD63782EF}"/>
                  </a:ext>
                </a:extLst>
              </p:cNvPr>
              <p:cNvSpPr txBox="1"/>
              <p:nvPr/>
            </p:nvSpPr>
            <p:spPr>
              <a:xfrm>
                <a:off x="10638955" y="4469418"/>
                <a:ext cx="1570307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pt-BR" sz="1200" dirty="0"/>
                  <a:t>Desenvolvimento</a:t>
                </a:r>
              </a:p>
              <a:p>
                <a:pPr algn="ctr"/>
                <a:r>
                  <a:rPr lang="pt-BR" sz="1200" dirty="0"/>
                  <a:t>Integração &amp; Inovação</a:t>
                </a:r>
              </a:p>
            </p:txBody>
          </p:sp>
        </p:grpSp>
        <p:grpSp>
          <p:nvGrpSpPr>
            <p:cNvPr id="26" name="Agrupar 25">
              <a:extLst>
                <a:ext uri="{FF2B5EF4-FFF2-40B4-BE49-F238E27FC236}">
                  <a16:creationId xmlns:a16="http://schemas.microsoft.com/office/drawing/2014/main" id="{96089F47-C351-285A-1495-9E15C03CCAE0}"/>
                </a:ext>
              </a:extLst>
            </p:cNvPr>
            <p:cNvGrpSpPr/>
            <p:nvPr/>
          </p:nvGrpSpPr>
          <p:grpSpPr>
            <a:xfrm>
              <a:off x="8884728" y="1902797"/>
              <a:ext cx="1570307" cy="996999"/>
              <a:chOff x="8954652" y="1584606"/>
              <a:chExt cx="1570307" cy="996999"/>
            </a:xfrm>
          </p:grpSpPr>
          <p:pic>
            <p:nvPicPr>
              <p:cNvPr id="11" name="Imagem 10" descr="Scalability - Free ui icons">
                <a:extLst>
                  <a:ext uri="{FF2B5EF4-FFF2-40B4-BE49-F238E27FC236}">
                    <a16:creationId xmlns:a16="http://schemas.microsoft.com/office/drawing/2014/main" id="{1971C324-8651-2BBB-AD66-A631570D6516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6">
                <a:duotone>
                  <a:prstClr val="black"/>
                  <a:schemeClr val="accent6">
                    <a:tint val="45000"/>
                    <a:satMod val="400000"/>
                  </a:schemeClr>
                </a:duotone>
              </a:blip>
              <a:stretch>
                <a:fillRect/>
              </a:stretch>
            </p:blipFill>
            <p:spPr>
              <a:xfrm>
                <a:off x="9379806" y="1584606"/>
                <a:ext cx="720000" cy="720000"/>
              </a:xfrm>
              <a:prstGeom prst="rect">
                <a:avLst/>
              </a:prstGeom>
            </p:spPr>
          </p:pic>
          <p:sp>
            <p:nvSpPr>
              <p:cNvPr id="24" name="CaixaDeTexto 23">
                <a:extLst>
                  <a:ext uri="{FF2B5EF4-FFF2-40B4-BE49-F238E27FC236}">
                    <a16:creationId xmlns:a16="http://schemas.microsoft.com/office/drawing/2014/main" id="{C5340E17-8213-8475-BDF3-4B003595AB6C}"/>
                  </a:ext>
                </a:extLst>
              </p:cNvPr>
              <p:cNvSpPr txBox="1"/>
              <p:nvPr/>
            </p:nvSpPr>
            <p:spPr>
              <a:xfrm>
                <a:off x="8954652" y="2304606"/>
                <a:ext cx="1570307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pt-BR" sz="1200" dirty="0"/>
                  <a:t>Escalabilidade</a:t>
                </a:r>
              </a:p>
            </p:txBody>
          </p:sp>
        </p:grpSp>
        <p:cxnSp>
          <p:nvCxnSpPr>
            <p:cNvPr id="30" name="Conector reto 29">
              <a:extLst>
                <a:ext uri="{FF2B5EF4-FFF2-40B4-BE49-F238E27FC236}">
                  <a16:creationId xmlns:a16="http://schemas.microsoft.com/office/drawing/2014/main" id="{85969ECA-7F19-4663-DD88-BBDC6873726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829837" y="4236075"/>
              <a:ext cx="410908" cy="420181"/>
            </a:xfrm>
            <a:prstGeom prst="line">
              <a:avLst/>
            </a:prstGeom>
            <a:ln w="31750">
              <a:solidFill>
                <a:schemeClr val="bg2">
                  <a:lumMod val="50000"/>
                </a:schemeClr>
              </a:solidFill>
              <a:prstDash val="lgDash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Conector reto 31">
              <a:extLst>
                <a:ext uri="{FF2B5EF4-FFF2-40B4-BE49-F238E27FC236}">
                  <a16:creationId xmlns:a16="http://schemas.microsoft.com/office/drawing/2014/main" id="{4AD79A4F-778B-D495-25A1-882262ED145C}"/>
                </a:ext>
              </a:extLst>
            </p:cNvPr>
            <p:cNvCxnSpPr>
              <a:cxnSpLocks/>
              <a:endCxn id="8" idx="1"/>
            </p:cNvCxnSpPr>
            <p:nvPr/>
          </p:nvCxnSpPr>
          <p:spPr>
            <a:xfrm>
              <a:off x="10455035" y="4124761"/>
              <a:ext cx="609018" cy="193121"/>
            </a:xfrm>
            <a:prstGeom prst="line">
              <a:avLst/>
            </a:prstGeom>
            <a:ln w="31750">
              <a:solidFill>
                <a:schemeClr val="bg2">
                  <a:lumMod val="50000"/>
                </a:schemeClr>
              </a:solidFill>
              <a:prstDash val="lgDash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Conector reto 34">
              <a:extLst>
                <a:ext uri="{FF2B5EF4-FFF2-40B4-BE49-F238E27FC236}">
                  <a16:creationId xmlns:a16="http://schemas.microsoft.com/office/drawing/2014/main" id="{63FA69A3-D9C3-0553-8F0F-F72100182DF6}"/>
                </a:ext>
              </a:extLst>
            </p:cNvPr>
            <p:cNvCxnSpPr>
              <a:cxnSpLocks/>
              <a:endCxn id="7" idx="0"/>
            </p:cNvCxnSpPr>
            <p:nvPr/>
          </p:nvCxnSpPr>
          <p:spPr>
            <a:xfrm>
              <a:off x="9715122" y="2912406"/>
              <a:ext cx="53749" cy="272440"/>
            </a:xfrm>
            <a:prstGeom prst="line">
              <a:avLst/>
            </a:prstGeom>
            <a:ln w="31750">
              <a:solidFill>
                <a:schemeClr val="bg2">
                  <a:lumMod val="50000"/>
                </a:schemeClr>
              </a:solidFill>
              <a:prstDash val="lgDash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40" name="Imagem 39" descr="Knowledge - Free education icons">
            <a:extLst>
              <a:ext uri="{FF2B5EF4-FFF2-40B4-BE49-F238E27FC236}">
                <a16:creationId xmlns:a16="http://schemas.microsoft.com/office/drawing/2014/main" id="{002A43B2-5565-8AEA-EDC2-D41630C045D5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915499" y="3034732"/>
            <a:ext cx="776484" cy="7764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6040559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617ACF-DE35-DF99-626D-AF1238C7C5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Imagem 5">
            <a:extLst>
              <a:ext uri="{FF2B5EF4-FFF2-40B4-BE49-F238E27FC236}">
                <a16:creationId xmlns:a16="http://schemas.microsoft.com/office/drawing/2014/main" id="{C670ACC9-6780-0735-6197-034A10143E3B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458" t="71631" r="38477" b="24916"/>
          <a:stretch>
            <a:fillRect/>
          </a:stretch>
        </p:blipFill>
        <p:spPr>
          <a:xfrm>
            <a:off x="1" y="1326022"/>
            <a:ext cx="7745506" cy="364666"/>
          </a:xfrm>
          <a:prstGeom prst="rect">
            <a:avLst/>
          </a:prstGeom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2DAE8801-95D0-6BCC-BEB3-160539984D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METODOLOGIA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41B6F8BE-5188-04A1-A9B3-539668B2816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6884525" cy="4351338"/>
          </a:xfrm>
        </p:spPr>
        <p:txBody>
          <a:bodyPr/>
          <a:lstStyle/>
          <a:p>
            <a:pPr>
              <a:buFont typeface="Wingdings" panose="05000000000000000000" pitchFamily="2" charset="2"/>
              <a:buChar char="§"/>
            </a:pPr>
            <a:r>
              <a:rPr lang="pt-BR" dirty="0"/>
              <a:t>Entrevistas semiestruturadas com três especialistas, E1, E2, E3, individuais</a:t>
            </a: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CDE4E2B7-EDDA-37BD-0437-81ABEA437363}"/>
              </a:ext>
            </a:extLst>
          </p:cNvPr>
          <p:cNvSpPr txBox="1"/>
          <p:nvPr/>
        </p:nvSpPr>
        <p:spPr>
          <a:xfrm>
            <a:off x="838200" y="1321356"/>
            <a:ext cx="476810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>
                <a:solidFill>
                  <a:schemeClr val="bg2"/>
                </a:solidFill>
              </a:rPr>
              <a:t>DIAGNÓSTICO E LEVANTAMENTO DE REQUISITOS</a:t>
            </a:r>
          </a:p>
        </p:txBody>
      </p:sp>
      <p:pic>
        <p:nvPicPr>
          <p:cNvPr id="7" name="Imagem 6">
            <a:extLst>
              <a:ext uri="{FF2B5EF4-FFF2-40B4-BE49-F238E27FC236}">
                <a16:creationId xmlns:a16="http://schemas.microsoft.com/office/drawing/2014/main" id="{2FA974A1-F34B-D8D3-EEE0-BAB8A676020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67912" y="2033124"/>
            <a:ext cx="3774710" cy="3974695"/>
          </a:xfrm>
          <a:prstGeom prst="rect">
            <a:avLst/>
          </a:prstGeom>
        </p:spPr>
      </p:pic>
      <p:grpSp>
        <p:nvGrpSpPr>
          <p:cNvPr id="44" name="Agrupar 43">
            <a:extLst>
              <a:ext uri="{FF2B5EF4-FFF2-40B4-BE49-F238E27FC236}">
                <a16:creationId xmlns:a16="http://schemas.microsoft.com/office/drawing/2014/main" id="{8E6905CF-C6F8-AFA7-AF3C-AEF5F47E4E54}"/>
              </a:ext>
            </a:extLst>
          </p:cNvPr>
          <p:cNvGrpSpPr/>
          <p:nvPr/>
        </p:nvGrpSpPr>
        <p:grpSpPr>
          <a:xfrm>
            <a:off x="1601943" y="2870438"/>
            <a:ext cx="5102227" cy="3622437"/>
            <a:chOff x="1418038" y="2646919"/>
            <a:chExt cx="5102227" cy="3622437"/>
          </a:xfrm>
        </p:grpSpPr>
        <p:grpSp>
          <p:nvGrpSpPr>
            <p:cNvPr id="30" name="Agrupar 29">
              <a:extLst>
                <a:ext uri="{FF2B5EF4-FFF2-40B4-BE49-F238E27FC236}">
                  <a16:creationId xmlns:a16="http://schemas.microsoft.com/office/drawing/2014/main" id="{48047A87-2E15-A22C-093E-2355F7048DE7}"/>
                </a:ext>
              </a:extLst>
            </p:cNvPr>
            <p:cNvGrpSpPr/>
            <p:nvPr/>
          </p:nvGrpSpPr>
          <p:grpSpPr>
            <a:xfrm>
              <a:off x="1720694" y="2646919"/>
              <a:ext cx="4799571" cy="3622437"/>
              <a:chOff x="1852703" y="2844301"/>
              <a:chExt cx="4799571" cy="3622437"/>
            </a:xfrm>
          </p:grpSpPr>
          <p:grpSp>
            <p:nvGrpSpPr>
              <p:cNvPr id="31" name="Agrupar 30">
                <a:extLst>
                  <a:ext uri="{FF2B5EF4-FFF2-40B4-BE49-F238E27FC236}">
                    <a16:creationId xmlns:a16="http://schemas.microsoft.com/office/drawing/2014/main" id="{A747B8CC-AF0C-1078-1FE5-1E6CB9392DA0}"/>
                  </a:ext>
                </a:extLst>
              </p:cNvPr>
              <p:cNvGrpSpPr/>
              <p:nvPr/>
            </p:nvGrpSpPr>
            <p:grpSpPr>
              <a:xfrm>
                <a:off x="1852703" y="4351052"/>
                <a:ext cx="1570307" cy="1669483"/>
                <a:chOff x="962684" y="4037282"/>
                <a:chExt cx="1570307" cy="1669483"/>
              </a:xfrm>
            </p:grpSpPr>
            <p:pic>
              <p:nvPicPr>
                <p:cNvPr id="41" name="Imagem 40">
                  <a:extLst>
                    <a:ext uri="{FF2B5EF4-FFF2-40B4-BE49-F238E27FC236}">
                      <a16:creationId xmlns:a16="http://schemas.microsoft.com/office/drawing/2014/main" id="{BD2D6CFF-7499-09F2-F4E0-648A5295780B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4"/>
                <a:stretch>
                  <a:fillRect/>
                </a:stretch>
              </p:blipFill>
              <p:spPr>
                <a:xfrm>
                  <a:off x="1027837" y="4037282"/>
                  <a:ext cx="1440000" cy="1440000"/>
                </a:xfrm>
                <a:prstGeom prst="rect">
                  <a:avLst/>
                </a:prstGeom>
              </p:spPr>
            </p:pic>
            <p:sp>
              <p:nvSpPr>
                <p:cNvPr id="42" name="CaixaDeTexto 41">
                  <a:extLst>
                    <a:ext uri="{FF2B5EF4-FFF2-40B4-BE49-F238E27FC236}">
                      <a16:creationId xmlns:a16="http://schemas.microsoft.com/office/drawing/2014/main" id="{A08720B5-AD2A-5258-DCD5-D1114FE1392F}"/>
                    </a:ext>
                  </a:extLst>
                </p:cNvPr>
                <p:cNvSpPr txBox="1"/>
                <p:nvPr/>
              </p:nvSpPr>
              <p:spPr>
                <a:xfrm>
                  <a:off x="962684" y="5245100"/>
                  <a:ext cx="1570307" cy="46166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pt-BR" sz="1200" dirty="0"/>
                    <a:t>Engenheiro do Produto</a:t>
                  </a:r>
                </a:p>
              </p:txBody>
            </p:sp>
          </p:grpSp>
          <p:grpSp>
            <p:nvGrpSpPr>
              <p:cNvPr id="32" name="Agrupar 31">
                <a:extLst>
                  <a:ext uri="{FF2B5EF4-FFF2-40B4-BE49-F238E27FC236}">
                    <a16:creationId xmlns:a16="http://schemas.microsoft.com/office/drawing/2014/main" id="{B9F74139-5AF4-2DD6-B320-61B47218BBAA}"/>
                  </a:ext>
                </a:extLst>
              </p:cNvPr>
              <p:cNvGrpSpPr/>
              <p:nvPr/>
            </p:nvGrpSpPr>
            <p:grpSpPr>
              <a:xfrm>
                <a:off x="4565906" y="4830404"/>
                <a:ext cx="1570307" cy="1636334"/>
                <a:chOff x="962684" y="4070431"/>
                <a:chExt cx="1570307" cy="1636334"/>
              </a:xfrm>
            </p:grpSpPr>
            <p:pic>
              <p:nvPicPr>
                <p:cNvPr id="39" name="Imagem 38">
                  <a:extLst>
                    <a:ext uri="{FF2B5EF4-FFF2-40B4-BE49-F238E27FC236}">
                      <a16:creationId xmlns:a16="http://schemas.microsoft.com/office/drawing/2014/main" id="{E7C65877-0669-10C7-F06D-4C625E012B34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4">
                  <a:duotone>
                    <a:schemeClr val="accent6">
                      <a:shade val="45000"/>
                      <a:satMod val="135000"/>
                    </a:schemeClr>
                    <a:prstClr val="white"/>
                  </a:duotone>
                </a:blip>
                <a:stretch>
                  <a:fillRect/>
                </a:stretch>
              </p:blipFill>
              <p:spPr>
                <a:xfrm>
                  <a:off x="1027837" y="4070431"/>
                  <a:ext cx="1440000" cy="1440000"/>
                </a:xfrm>
                <a:prstGeom prst="rect">
                  <a:avLst/>
                </a:prstGeom>
              </p:spPr>
            </p:pic>
            <p:sp>
              <p:nvSpPr>
                <p:cNvPr id="40" name="CaixaDeTexto 39">
                  <a:extLst>
                    <a:ext uri="{FF2B5EF4-FFF2-40B4-BE49-F238E27FC236}">
                      <a16:creationId xmlns:a16="http://schemas.microsoft.com/office/drawing/2014/main" id="{1D4B8BD9-CD0E-D182-11CE-CCDAC1434566}"/>
                    </a:ext>
                  </a:extLst>
                </p:cNvPr>
                <p:cNvSpPr txBox="1"/>
                <p:nvPr/>
              </p:nvSpPr>
              <p:spPr>
                <a:xfrm>
                  <a:off x="962684" y="5245100"/>
                  <a:ext cx="1570307" cy="46166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pt-BR" sz="1200" dirty="0"/>
                    <a:t>Engenheiro do Produto</a:t>
                  </a:r>
                </a:p>
              </p:txBody>
            </p:sp>
          </p:grpSp>
          <p:grpSp>
            <p:nvGrpSpPr>
              <p:cNvPr id="33" name="Agrupar 32">
                <a:extLst>
                  <a:ext uri="{FF2B5EF4-FFF2-40B4-BE49-F238E27FC236}">
                    <a16:creationId xmlns:a16="http://schemas.microsoft.com/office/drawing/2014/main" id="{8CBC16FC-8CE0-F419-3B48-9C62FD96762A}"/>
                  </a:ext>
                </a:extLst>
              </p:cNvPr>
              <p:cNvGrpSpPr/>
              <p:nvPr/>
            </p:nvGrpSpPr>
            <p:grpSpPr>
              <a:xfrm>
                <a:off x="5081967" y="2844301"/>
                <a:ext cx="1570307" cy="1664553"/>
                <a:chOff x="962684" y="4042212"/>
                <a:chExt cx="1570307" cy="1664553"/>
              </a:xfrm>
            </p:grpSpPr>
            <p:pic>
              <p:nvPicPr>
                <p:cNvPr id="37" name="Imagem 36">
                  <a:extLst>
                    <a:ext uri="{FF2B5EF4-FFF2-40B4-BE49-F238E27FC236}">
                      <a16:creationId xmlns:a16="http://schemas.microsoft.com/office/drawing/2014/main" id="{174D2149-3ACF-3DDA-8AB4-F9F0BF1056C3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4">
                  <a:duotone>
                    <a:schemeClr val="accent5">
                      <a:shade val="45000"/>
                      <a:satMod val="135000"/>
                    </a:schemeClr>
                    <a:prstClr val="white"/>
                  </a:duotone>
                </a:blip>
                <a:stretch>
                  <a:fillRect/>
                </a:stretch>
              </p:blipFill>
              <p:spPr>
                <a:xfrm>
                  <a:off x="1027837" y="4042212"/>
                  <a:ext cx="1440000" cy="1440000"/>
                </a:xfrm>
                <a:prstGeom prst="rect">
                  <a:avLst/>
                </a:prstGeom>
              </p:spPr>
            </p:pic>
            <p:sp>
              <p:nvSpPr>
                <p:cNvPr id="38" name="CaixaDeTexto 37">
                  <a:extLst>
                    <a:ext uri="{FF2B5EF4-FFF2-40B4-BE49-F238E27FC236}">
                      <a16:creationId xmlns:a16="http://schemas.microsoft.com/office/drawing/2014/main" id="{F2727210-8DD8-89FE-B18B-1D2DD4868AA8}"/>
                    </a:ext>
                  </a:extLst>
                </p:cNvPr>
                <p:cNvSpPr txBox="1"/>
                <p:nvPr/>
              </p:nvSpPr>
              <p:spPr>
                <a:xfrm>
                  <a:off x="962684" y="5245100"/>
                  <a:ext cx="1570307" cy="46166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pt-BR" sz="1200" dirty="0"/>
                    <a:t>Engenheiro de Programa</a:t>
                  </a:r>
                </a:p>
              </p:txBody>
            </p:sp>
          </p:grpSp>
          <p:grpSp>
            <p:nvGrpSpPr>
              <p:cNvPr id="34" name="Agrupar 33">
                <a:extLst>
                  <a:ext uri="{FF2B5EF4-FFF2-40B4-BE49-F238E27FC236}">
                    <a16:creationId xmlns:a16="http://schemas.microsoft.com/office/drawing/2014/main" id="{B07305F6-69B7-C41E-4033-71EE182C76C7}"/>
                  </a:ext>
                </a:extLst>
              </p:cNvPr>
              <p:cNvGrpSpPr/>
              <p:nvPr/>
            </p:nvGrpSpPr>
            <p:grpSpPr>
              <a:xfrm>
                <a:off x="3036052" y="3384329"/>
                <a:ext cx="1800685" cy="1846857"/>
                <a:chOff x="2674025" y="3232425"/>
                <a:chExt cx="1800685" cy="1846857"/>
              </a:xfrm>
            </p:grpSpPr>
            <p:pic>
              <p:nvPicPr>
                <p:cNvPr id="35" name="Imagem 34" descr="Bulle De Dialogue Discuter - Images vectorielles gratuites sur Pixabay ...">
                  <a:extLst>
                    <a:ext uri="{FF2B5EF4-FFF2-40B4-BE49-F238E27FC236}">
                      <a16:creationId xmlns:a16="http://schemas.microsoft.com/office/drawing/2014/main" id="{DECBB46D-181E-7447-8DBF-4C7F45E61DAA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2674025" y="3232425"/>
                  <a:ext cx="1800685" cy="1846857"/>
                </a:xfrm>
                <a:prstGeom prst="rect">
                  <a:avLst/>
                </a:prstGeom>
              </p:spPr>
            </p:pic>
            <p:sp>
              <p:nvSpPr>
                <p:cNvPr id="36" name="CaixaDeTexto 35">
                  <a:extLst>
                    <a:ext uri="{FF2B5EF4-FFF2-40B4-BE49-F238E27FC236}">
                      <a16:creationId xmlns:a16="http://schemas.microsoft.com/office/drawing/2014/main" id="{17B9D211-E786-5ABD-123F-DA85988F33B7}"/>
                    </a:ext>
                  </a:extLst>
                </p:cNvPr>
                <p:cNvSpPr txBox="1"/>
                <p:nvPr/>
              </p:nvSpPr>
              <p:spPr>
                <a:xfrm>
                  <a:off x="2745953" y="3631961"/>
                  <a:ext cx="1289135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pt-BR" i="1" dirty="0" err="1"/>
                    <a:t>Think-aloud</a:t>
                  </a:r>
                  <a:endParaRPr lang="pt-BR" i="1" dirty="0"/>
                </a:p>
              </p:txBody>
            </p:sp>
          </p:grpSp>
        </p:grpSp>
        <p:pic>
          <p:nvPicPr>
            <p:cNvPr id="13" name="Imagem 12" descr="Knowledge Icon Png">
              <a:extLst>
                <a:ext uri="{FF2B5EF4-FFF2-40B4-BE49-F238E27FC236}">
                  <a16:creationId xmlns:a16="http://schemas.microsoft.com/office/drawing/2014/main" id="{B270739C-4AA3-E1FB-03C8-73D7CD3FA659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1418038" y="4018733"/>
              <a:ext cx="849404" cy="849404"/>
            </a:xfrm>
            <a:prstGeom prst="rect">
              <a:avLst/>
            </a:prstGeom>
          </p:spPr>
        </p:pic>
        <p:pic>
          <p:nvPicPr>
            <p:cNvPr id="16" name="Imagem 15" descr="Knowledge Icon Png">
              <a:extLst>
                <a:ext uri="{FF2B5EF4-FFF2-40B4-BE49-F238E27FC236}">
                  <a16:creationId xmlns:a16="http://schemas.microsoft.com/office/drawing/2014/main" id="{0934F439-C341-36D7-DB23-7BD4F044A8C3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4557833" y="2651218"/>
              <a:ext cx="849404" cy="849404"/>
            </a:xfrm>
            <a:prstGeom prst="rect">
              <a:avLst/>
            </a:prstGeom>
          </p:spPr>
        </p:pic>
        <p:pic>
          <p:nvPicPr>
            <p:cNvPr id="18" name="Imagem 17" descr="Knowledge Icon Png">
              <a:extLst>
                <a:ext uri="{FF2B5EF4-FFF2-40B4-BE49-F238E27FC236}">
                  <a16:creationId xmlns:a16="http://schemas.microsoft.com/office/drawing/2014/main" id="{1DA8330F-FF6E-D211-6457-16CC1591CF0F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5429375" y="4529081"/>
              <a:ext cx="849404" cy="849404"/>
            </a:xfrm>
            <a:prstGeom prst="rect">
              <a:avLst/>
            </a:prstGeom>
          </p:spPr>
        </p:pic>
        <p:pic>
          <p:nvPicPr>
            <p:cNvPr id="43" name="Imagem 42" descr="Puzzle Pieces Icon - MaxQ Technologies">
              <a:extLst>
                <a:ext uri="{FF2B5EF4-FFF2-40B4-BE49-F238E27FC236}">
                  <a16:creationId xmlns:a16="http://schemas.microsoft.com/office/drawing/2014/main" id="{6B85AF09-DDEC-28FA-E67B-8C5E30D616A6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duotone>
                <a:schemeClr val="accent2">
                  <a:shade val="45000"/>
                  <a:satMod val="135000"/>
                </a:schemeClr>
                <a:prstClr val="white"/>
              </a:duotone>
            </a:blip>
            <a:stretch>
              <a:fillRect/>
            </a:stretch>
          </p:blipFill>
          <p:spPr>
            <a:xfrm rot="9311647">
              <a:off x="3995079" y="4241839"/>
              <a:ext cx="420848" cy="420848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10245390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D89D01-7AFC-BD78-169B-4129D9F05F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Imagem 5">
            <a:extLst>
              <a:ext uri="{FF2B5EF4-FFF2-40B4-BE49-F238E27FC236}">
                <a16:creationId xmlns:a16="http://schemas.microsoft.com/office/drawing/2014/main" id="{2B77CD2A-A84D-63CF-8AC0-7DAE831CC68B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458" t="71631" r="38477" b="24916"/>
          <a:stretch>
            <a:fillRect/>
          </a:stretch>
        </p:blipFill>
        <p:spPr>
          <a:xfrm>
            <a:off x="1" y="1326022"/>
            <a:ext cx="7745506" cy="364666"/>
          </a:xfrm>
          <a:prstGeom prst="rect">
            <a:avLst/>
          </a:prstGeom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96CA267D-F2DC-077C-D42B-4E3D2679CD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METODOLOGIA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D3D2159C-B4D6-0CBF-8D8E-667A5A54F41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825625"/>
            <a:ext cx="5645727" cy="4351338"/>
          </a:xfrm>
        </p:spPr>
        <p:txBody>
          <a:bodyPr/>
          <a:lstStyle/>
          <a:p>
            <a:pPr>
              <a:buFont typeface="Wingdings" panose="05000000000000000000" pitchFamily="2" charset="2"/>
              <a:buChar char="§"/>
            </a:pPr>
            <a:r>
              <a:rPr lang="pt-BR" dirty="0"/>
              <a:t>Mapeamento de Riscos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pt-BR" dirty="0"/>
              <a:t>Classificação dos requisitos em Requisitos Funcionais (RF) e Requisitos Não-Funcionais (RNF)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pt-BR" dirty="0" err="1"/>
              <a:t>RFs</a:t>
            </a:r>
            <a:r>
              <a:rPr lang="pt-BR" dirty="0"/>
              <a:t> descrevem o comportamento e os serviços do sistema, como o motor de cálculo de dependências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pt-BR" dirty="0" err="1"/>
              <a:t>RNFs</a:t>
            </a:r>
            <a:r>
              <a:rPr lang="pt-BR" dirty="0"/>
              <a:t> definem restrições de qualidade, como auditabilidade e performance. </a:t>
            </a: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DB82023E-D7F2-B97A-0ABB-82EFBCB1D14E}"/>
              </a:ext>
            </a:extLst>
          </p:cNvPr>
          <p:cNvSpPr txBox="1"/>
          <p:nvPr/>
        </p:nvSpPr>
        <p:spPr>
          <a:xfrm>
            <a:off x="838200" y="1321356"/>
            <a:ext cx="476810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>
                <a:solidFill>
                  <a:schemeClr val="bg2"/>
                </a:solidFill>
              </a:rPr>
              <a:t>DIAGNÓSTICO E LEVANTAMENTO DE REQUISITOS</a:t>
            </a:r>
          </a:p>
        </p:txBody>
      </p:sp>
      <p:sp>
        <p:nvSpPr>
          <p:cNvPr id="7" name="Retângulo 6">
            <a:extLst>
              <a:ext uri="{FF2B5EF4-FFF2-40B4-BE49-F238E27FC236}">
                <a16:creationId xmlns:a16="http://schemas.microsoft.com/office/drawing/2014/main" id="{E54910A2-CF00-89DE-25AD-7AD0B5B20B00}"/>
              </a:ext>
            </a:extLst>
          </p:cNvPr>
          <p:cNvSpPr/>
          <p:nvPr/>
        </p:nvSpPr>
        <p:spPr>
          <a:xfrm>
            <a:off x="7745507" y="2040400"/>
            <a:ext cx="1740310" cy="855407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i="1" dirty="0"/>
              <a:t>R01</a:t>
            </a:r>
          </a:p>
        </p:txBody>
      </p:sp>
      <p:sp>
        <p:nvSpPr>
          <p:cNvPr id="9" name="Retângulo 8">
            <a:extLst>
              <a:ext uri="{FF2B5EF4-FFF2-40B4-BE49-F238E27FC236}">
                <a16:creationId xmlns:a16="http://schemas.microsoft.com/office/drawing/2014/main" id="{4C7859CF-A2B8-190B-DD2E-2F493A039749}"/>
              </a:ext>
            </a:extLst>
          </p:cNvPr>
          <p:cNvSpPr/>
          <p:nvPr/>
        </p:nvSpPr>
        <p:spPr>
          <a:xfrm>
            <a:off x="8615662" y="2573593"/>
            <a:ext cx="1740310" cy="855407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i="1" dirty="0"/>
              <a:t>R02</a:t>
            </a:r>
          </a:p>
        </p:txBody>
      </p:sp>
      <p:sp>
        <p:nvSpPr>
          <p:cNvPr id="11" name="Retângulo 10">
            <a:extLst>
              <a:ext uri="{FF2B5EF4-FFF2-40B4-BE49-F238E27FC236}">
                <a16:creationId xmlns:a16="http://schemas.microsoft.com/office/drawing/2014/main" id="{ACC42A09-8EBE-BDD8-B4A8-CC2243072F27}"/>
              </a:ext>
            </a:extLst>
          </p:cNvPr>
          <p:cNvSpPr/>
          <p:nvPr/>
        </p:nvSpPr>
        <p:spPr>
          <a:xfrm>
            <a:off x="9485817" y="3106786"/>
            <a:ext cx="1740310" cy="855407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i="1" dirty="0"/>
              <a:t>R03</a:t>
            </a:r>
          </a:p>
        </p:txBody>
      </p:sp>
      <p:sp>
        <p:nvSpPr>
          <p:cNvPr id="13" name="Retângulo 12">
            <a:extLst>
              <a:ext uri="{FF2B5EF4-FFF2-40B4-BE49-F238E27FC236}">
                <a16:creationId xmlns:a16="http://schemas.microsoft.com/office/drawing/2014/main" id="{B6E17FB6-968C-2D73-8850-80DBCA3CECE2}"/>
              </a:ext>
            </a:extLst>
          </p:cNvPr>
          <p:cNvSpPr/>
          <p:nvPr/>
        </p:nvSpPr>
        <p:spPr>
          <a:xfrm>
            <a:off x="6920753" y="4778884"/>
            <a:ext cx="1740310" cy="855407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/>
              <a:t>Requisito</a:t>
            </a:r>
          </a:p>
        </p:txBody>
      </p:sp>
      <p:sp>
        <p:nvSpPr>
          <p:cNvPr id="15" name="Retângulo 14">
            <a:extLst>
              <a:ext uri="{FF2B5EF4-FFF2-40B4-BE49-F238E27FC236}">
                <a16:creationId xmlns:a16="http://schemas.microsoft.com/office/drawing/2014/main" id="{B549EA1A-49B6-6E07-D65A-0E9F78C57A0D}"/>
              </a:ext>
            </a:extLst>
          </p:cNvPr>
          <p:cNvSpPr/>
          <p:nvPr/>
        </p:nvSpPr>
        <p:spPr>
          <a:xfrm>
            <a:off x="9485817" y="4173172"/>
            <a:ext cx="1740310" cy="855407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i="1" dirty="0"/>
              <a:t>RF</a:t>
            </a:r>
          </a:p>
        </p:txBody>
      </p:sp>
      <p:sp>
        <p:nvSpPr>
          <p:cNvPr id="17" name="Retângulo 16">
            <a:extLst>
              <a:ext uri="{FF2B5EF4-FFF2-40B4-BE49-F238E27FC236}">
                <a16:creationId xmlns:a16="http://schemas.microsoft.com/office/drawing/2014/main" id="{2954E63E-DADA-92FC-D23B-E972952B145F}"/>
              </a:ext>
            </a:extLst>
          </p:cNvPr>
          <p:cNvSpPr/>
          <p:nvPr/>
        </p:nvSpPr>
        <p:spPr>
          <a:xfrm>
            <a:off x="9485817" y="5321556"/>
            <a:ext cx="1740310" cy="855407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i="1" dirty="0"/>
              <a:t>RNF</a:t>
            </a:r>
          </a:p>
        </p:txBody>
      </p:sp>
      <p:cxnSp>
        <p:nvCxnSpPr>
          <p:cNvPr id="19" name="Conector de Seta Reta 18">
            <a:extLst>
              <a:ext uri="{FF2B5EF4-FFF2-40B4-BE49-F238E27FC236}">
                <a16:creationId xmlns:a16="http://schemas.microsoft.com/office/drawing/2014/main" id="{2330F061-497A-FEBB-E90E-F842C9FDD32A}"/>
              </a:ext>
            </a:extLst>
          </p:cNvPr>
          <p:cNvCxnSpPr>
            <a:cxnSpLocks/>
            <a:stCxn id="13" idx="3"/>
            <a:endCxn id="15" idx="1"/>
          </p:cNvCxnSpPr>
          <p:nvPr/>
        </p:nvCxnSpPr>
        <p:spPr>
          <a:xfrm flipV="1">
            <a:off x="8661063" y="4600876"/>
            <a:ext cx="824754" cy="60571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1" name="Conector de Seta Reta 20">
            <a:extLst>
              <a:ext uri="{FF2B5EF4-FFF2-40B4-BE49-F238E27FC236}">
                <a16:creationId xmlns:a16="http://schemas.microsoft.com/office/drawing/2014/main" id="{2E971647-2C8D-DC64-96E0-2D7A5740358E}"/>
              </a:ext>
            </a:extLst>
          </p:cNvPr>
          <p:cNvCxnSpPr>
            <a:cxnSpLocks/>
            <a:stCxn id="13" idx="3"/>
            <a:endCxn id="17" idx="1"/>
          </p:cNvCxnSpPr>
          <p:nvPr/>
        </p:nvCxnSpPr>
        <p:spPr>
          <a:xfrm>
            <a:off x="8661063" y="5206588"/>
            <a:ext cx="824754" cy="54267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0653276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B49EA2-EFC2-D510-5F51-F147B9FA34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Imagem 5">
            <a:extLst>
              <a:ext uri="{FF2B5EF4-FFF2-40B4-BE49-F238E27FC236}">
                <a16:creationId xmlns:a16="http://schemas.microsoft.com/office/drawing/2014/main" id="{C9C2CA44-E06A-514C-A533-A26E07F0FF77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458" t="71631" r="38477" b="24916"/>
          <a:stretch>
            <a:fillRect/>
          </a:stretch>
        </p:blipFill>
        <p:spPr>
          <a:xfrm>
            <a:off x="1" y="1326022"/>
            <a:ext cx="7745506" cy="364666"/>
          </a:xfrm>
          <a:prstGeom prst="rect">
            <a:avLst/>
          </a:prstGeom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B84FE7F2-F5D7-64D6-7316-CA5BD35BBD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METODOLOGIA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221BD467-A9FC-A640-379C-3D40AF32E14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6907307" cy="4351338"/>
          </a:xfrm>
        </p:spPr>
        <p:txBody>
          <a:bodyPr/>
          <a:lstStyle/>
          <a:p>
            <a:pPr>
              <a:buFont typeface="Wingdings" panose="05000000000000000000" pitchFamily="2" charset="2"/>
              <a:buChar char="§"/>
            </a:pPr>
            <a:r>
              <a:rPr lang="pt-BR" dirty="0"/>
              <a:t>Ferramentas de implementação adotadas Python e documentação </a:t>
            </a:r>
            <a:r>
              <a:rPr lang="pt-BR" i="1" dirty="0" err="1"/>
              <a:t>docstring</a:t>
            </a:r>
            <a:endParaRPr lang="pt-BR" i="1" dirty="0"/>
          </a:p>
          <a:p>
            <a:pPr>
              <a:buFont typeface="Wingdings" panose="05000000000000000000" pitchFamily="2" charset="2"/>
              <a:buChar char="§"/>
            </a:pPr>
            <a:r>
              <a:rPr lang="pt-BR" dirty="0"/>
              <a:t>A integridade lógica foi assegurada por protocolos de testes de asserção derivados da Matriz de Rastreabilidade de Riscos (MRR) e  Requisitos </a:t>
            </a: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3BD27CCE-0615-E0E2-AE41-B37E8A3F4351}"/>
              </a:ext>
            </a:extLst>
          </p:cNvPr>
          <p:cNvSpPr txBox="1"/>
          <p:nvPr/>
        </p:nvSpPr>
        <p:spPr>
          <a:xfrm>
            <a:off x="838200" y="1321356"/>
            <a:ext cx="54553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>
                <a:solidFill>
                  <a:schemeClr val="bg2"/>
                </a:solidFill>
              </a:rPr>
              <a:t>DESENVOLVIMENTO DO ARTEFATO E GESTÃO DE RISCOS </a:t>
            </a:r>
          </a:p>
        </p:txBody>
      </p:sp>
      <p:pic>
        <p:nvPicPr>
          <p:cNvPr id="8" name="Imagem 7" descr="Python Logo, symbol, meaning, history, PNG, brand">
            <a:extLst>
              <a:ext uri="{FF2B5EF4-FFF2-40B4-BE49-F238E27FC236}">
                <a16:creationId xmlns:a16="http://schemas.microsoft.com/office/drawing/2014/main" id="{1EA513BE-0F2C-8419-61DB-8AB745EF6C8C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1667" r="21569"/>
          <a:stretch>
            <a:fillRect/>
          </a:stretch>
        </p:blipFill>
        <p:spPr>
          <a:xfrm>
            <a:off x="7957521" y="1966123"/>
            <a:ext cx="2952525" cy="29257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2840090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1048E0-EB31-F0A1-0E85-274824B5D2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Imagem 5">
            <a:extLst>
              <a:ext uri="{FF2B5EF4-FFF2-40B4-BE49-F238E27FC236}">
                <a16:creationId xmlns:a16="http://schemas.microsoft.com/office/drawing/2014/main" id="{DDEA5CF1-A20B-258E-7C37-13F27DE7EAF7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458" t="71631" r="38477" b="24916"/>
          <a:stretch>
            <a:fillRect/>
          </a:stretch>
        </p:blipFill>
        <p:spPr>
          <a:xfrm>
            <a:off x="1" y="1326022"/>
            <a:ext cx="7745506" cy="364666"/>
          </a:xfrm>
          <a:prstGeom prst="rect">
            <a:avLst/>
          </a:prstGeom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F112DE79-FB7A-D737-990E-46E3D59A81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METODOLOGIA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B3A46927-A872-F089-AE6D-BE092769138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6907307" cy="4351338"/>
          </a:xfrm>
        </p:spPr>
        <p:txBody>
          <a:bodyPr/>
          <a:lstStyle/>
          <a:p>
            <a:pPr>
              <a:buFont typeface="Wingdings" panose="05000000000000000000" pitchFamily="2" charset="2"/>
              <a:buChar char="§"/>
            </a:pPr>
            <a:r>
              <a:rPr lang="pt-BR" dirty="0"/>
              <a:t>Verificação e validação em 5 cenários em configurações diferentes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pt-BR" dirty="0"/>
              <a:t>Como principal limitação, o estudo aponta a dependência da estabilidade das regras FFF existentes</a:t>
            </a:r>
            <a:endParaRPr lang="pt-BR" dirty="0">
              <a:highlight>
                <a:srgbClr val="FFFF00"/>
              </a:highlight>
            </a:endParaRP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38129598-9D82-5D29-0BCC-C15A83A32BD6}"/>
              </a:ext>
            </a:extLst>
          </p:cNvPr>
          <p:cNvSpPr txBox="1"/>
          <p:nvPr/>
        </p:nvSpPr>
        <p:spPr>
          <a:xfrm>
            <a:off x="838200" y="1321356"/>
            <a:ext cx="340913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>
                <a:solidFill>
                  <a:schemeClr val="bg2"/>
                </a:solidFill>
              </a:rPr>
              <a:t>VALIDAÇÃO E LIMITAÇÕES INICIAIS</a:t>
            </a:r>
          </a:p>
        </p:txBody>
      </p:sp>
    </p:spTree>
    <p:extLst>
      <p:ext uri="{BB962C8B-B14F-4D97-AF65-F5344CB8AC3E}">
        <p14:creationId xmlns:p14="http://schemas.microsoft.com/office/powerpoint/2010/main" val="300144717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6EC199-2AFA-D471-2187-C28939C049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Imagem 16">
            <a:extLst>
              <a:ext uri="{FF2B5EF4-FFF2-40B4-BE49-F238E27FC236}">
                <a16:creationId xmlns:a16="http://schemas.microsoft.com/office/drawing/2014/main" id="{78447343-CF03-9BF6-3327-50930B8A4F7F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45876"/>
          <a:stretch>
            <a:fillRect/>
          </a:stretch>
        </p:blipFill>
        <p:spPr>
          <a:xfrm>
            <a:off x="0" y="1570598"/>
            <a:ext cx="12192000" cy="3700649"/>
          </a:xfrm>
          <a:prstGeom prst="rect">
            <a:avLst/>
          </a:prstGeom>
        </p:spPr>
      </p:pic>
      <p:sp>
        <p:nvSpPr>
          <p:cNvPr id="18" name="Título 3">
            <a:extLst>
              <a:ext uri="{FF2B5EF4-FFF2-40B4-BE49-F238E27FC236}">
                <a16:creationId xmlns:a16="http://schemas.microsoft.com/office/drawing/2014/main" id="{88AA2756-4818-A846-011D-A9180C7EC679}"/>
              </a:ext>
            </a:extLst>
          </p:cNvPr>
          <p:cNvSpPr txBox="1">
            <a:spLocks/>
          </p:cNvSpPr>
          <p:nvPr/>
        </p:nvSpPr>
        <p:spPr bwMode="auto"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5pPr>
            <a:lvl6pPr marL="4572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6pPr>
            <a:lvl7pPr marL="9144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7pPr>
            <a:lvl8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8pPr>
            <a:lvl9pPr marL="1828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9pPr>
          </a:lstStyle>
          <a:p>
            <a:pPr eaLnBrk="1" hangingPunct="1"/>
            <a:r>
              <a:rPr lang="pt-BR" dirty="0">
                <a:solidFill>
                  <a:schemeClr val="bg2"/>
                </a:solidFill>
              </a:rPr>
              <a:t>RESULTADOS</a:t>
            </a:r>
          </a:p>
        </p:txBody>
      </p:sp>
      <p:sp>
        <p:nvSpPr>
          <p:cNvPr id="19" name="Subtítulo 4">
            <a:extLst>
              <a:ext uri="{FF2B5EF4-FFF2-40B4-BE49-F238E27FC236}">
                <a16:creationId xmlns:a16="http://schemas.microsoft.com/office/drawing/2014/main" id="{EA2F62B7-4AF0-C49C-D874-7D961E5E12AA}"/>
              </a:ext>
            </a:extLst>
          </p:cNvPr>
          <p:cNvSpPr txBox="1">
            <a:spLocks/>
          </p:cNvSpPr>
          <p:nvPr/>
        </p:nvSpPr>
        <p:spPr bwMode="auto"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rmAutofit/>
          </a:bodyPr>
          <a:lstStyle>
            <a:lvl1pPr marL="228600" indent="-228600" algn="l" rtl="0" fontAlgn="base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rtl="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eaLnBrk="1" hangingPunct="1">
              <a:buFont typeface="Wingdings" panose="05000000000000000000" pitchFamily="2" charset="2"/>
              <a:buChar char="§"/>
            </a:pPr>
            <a:r>
              <a:rPr lang="pt-BR" sz="1000" dirty="0">
                <a:solidFill>
                  <a:schemeClr val="bg2"/>
                </a:solidFill>
              </a:rPr>
              <a:t>DIAGNÓSTICO E LEVANTAMENTO DE REQUISITOS</a:t>
            </a:r>
          </a:p>
          <a:p>
            <a:pPr eaLnBrk="1" hangingPunct="1">
              <a:buFont typeface="Wingdings" panose="05000000000000000000" pitchFamily="2" charset="2"/>
              <a:buChar char="§"/>
            </a:pPr>
            <a:r>
              <a:rPr lang="pt-BR" sz="1000" dirty="0">
                <a:solidFill>
                  <a:schemeClr val="bg2"/>
                </a:solidFill>
              </a:rPr>
              <a:t>DESENVOLVIMENTO DO ARTEFATO E GESTÃO DE RISCOS</a:t>
            </a:r>
          </a:p>
          <a:p>
            <a:pPr eaLnBrk="1" hangingPunct="1">
              <a:buFont typeface="Wingdings" panose="05000000000000000000" pitchFamily="2" charset="2"/>
              <a:buChar char="§"/>
            </a:pPr>
            <a:r>
              <a:rPr lang="pt-BR" sz="1000" dirty="0">
                <a:solidFill>
                  <a:schemeClr val="bg2"/>
                </a:solidFill>
              </a:rPr>
              <a:t>ANÁLISE DE DESEMPENHO E SIMULAÇÃO DE CENÁRIOS</a:t>
            </a:r>
          </a:p>
          <a:p>
            <a:pPr eaLnBrk="1" hangingPunct="1">
              <a:buFont typeface="Wingdings" panose="05000000000000000000" pitchFamily="2" charset="2"/>
              <a:buChar char="§"/>
            </a:pPr>
            <a:r>
              <a:rPr lang="pt-BR" sz="1000" dirty="0">
                <a:solidFill>
                  <a:schemeClr val="bg2"/>
                </a:solidFill>
              </a:rPr>
              <a:t>GOVERNANÇA DE RISCOS E SEGURANÇA LÓGICA</a:t>
            </a:r>
          </a:p>
          <a:p>
            <a:pPr eaLnBrk="1" hangingPunct="1">
              <a:buFont typeface="Wingdings" panose="05000000000000000000" pitchFamily="2" charset="2"/>
              <a:buChar char="§"/>
            </a:pPr>
            <a:endParaRPr lang="pt-BR" sz="1000" dirty="0">
              <a:solidFill>
                <a:schemeClr val="bg2"/>
              </a:solidFill>
            </a:endParaRPr>
          </a:p>
          <a:p>
            <a:pPr eaLnBrk="1" hangingPunct="1">
              <a:buFont typeface="Wingdings" panose="05000000000000000000" pitchFamily="2" charset="2"/>
              <a:buChar char="§"/>
            </a:pP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43006071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E830831-58A7-7CE9-C5E3-F15A82A126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RESULTADOS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BA8418B0-849F-25AF-59FB-69CFB6E314F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4963584" cy="4351338"/>
          </a:xfrm>
        </p:spPr>
        <p:txBody>
          <a:bodyPr/>
          <a:lstStyle/>
          <a:p>
            <a:pPr>
              <a:buFont typeface="Wingdings" panose="05000000000000000000" pitchFamily="2" charset="2"/>
              <a:buChar char="§"/>
            </a:pPr>
            <a:r>
              <a:rPr lang="pt-BR" dirty="0" err="1"/>
              <a:t>Roadmap</a:t>
            </a:r>
            <a:r>
              <a:rPr lang="pt-BR" dirty="0"/>
              <a:t> de </a:t>
            </a:r>
            <a:r>
              <a:rPr lang="pt-BR" i="1" dirty="0"/>
              <a:t>onde estamos e onde queremos chegar</a:t>
            </a:r>
            <a:endParaRPr lang="pt-BR" dirty="0"/>
          </a:p>
          <a:p>
            <a:pPr>
              <a:buFont typeface="Wingdings" panose="05000000000000000000" pitchFamily="2" charset="2"/>
              <a:buChar char="§"/>
            </a:pPr>
            <a:r>
              <a:rPr lang="pt-BR" dirty="0"/>
              <a:t>Riscos &amp; Estratégias de Mitigações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pt-BR" dirty="0"/>
              <a:t>Requisitos Funcionais, Requisitos Não-Funcionais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pt-BR" dirty="0"/>
              <a:t>Estruturas de dados &amp; informações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pt-BR" dirty="0"/>
              <a:t>Fluxo do processo</a:t>
            </a:r>
          </a:p>
        </p:txBody>
      </p:sp>
      <p:pic>
        <p:nvPicPr>
          <p:cNvPr id="6" name="Imagem 5">
            <a:extLst>
              <a:ext uri="{FF2B5EF4-FFF2-40B4-BE49-F238E27FC236}">
                <a16:creationId xmlns:a16="http://schemas.microsoft.com/office/drawing/2014/main" id="{EA622D7A-8425-626A-5060-37E48A265C1A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458" t="71631" r="38477" b="24916"/>
          <a:stretch>
            <a:fillRect/>
          </a:stretch>
        </p:blipFill>
        <p:spPr>
          <a:xfrm>
            <a:off x="1" y="1326022"/>
            <a:ext cx="7745506" cy="364666"/>
          </a:xfrm>
          <a:prstGeom prst="rect">
            <a:avLst/>
          </a:prstGeom>
        </p:spPr>
      </p:pic>
      <p:sp>
        <p:nvSpPr>
          <p:cNvPr id="8" name="CaixaDeTexto 7">
            <a:extLst>
              <a:ext uri="{FF2B5EF4-FFF2-40B4-BE49-F238E27FC236}">
                <a16:creationId xmlns:a16="http://schemas.microsoft.com/office/drawing/2014/main" id="{AB1E5A0D-2F66-0025-4D48-6D907C65ADCB}"/>
              </a:ext>
            </a:extLst>
          </p:cNvPr>
          <p:cNvSpPr txBox="1"/>
          <p:nvPr/>
        </p:nvSpPr>
        <p:spPr>
          <a:xfrm>
            <a:off x="838200" y="1321356"/>
            <a:ext cx="476810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>
                <a:solidFill>
                  <a:schemeClr val="bg2"/>
                </a:solidFill>
              </a:rPr>
              <a:t>DIAGNÓSTICO E LEVANTAMENTO DE REQUISITOS</a:t>
            </a:r>
          </a:p>
        </p:txBody>
      </p:sp>
      <p:pic>
        <p:nvPicPr>
          <p:cNvPr id="10" name="Imagem 9">
            <a:extLst>
              <a:ext uri="{FF2B5EF4-FFF2-40B4-BE49-F238E27FC236}">
                <a16:creationId xmlns:a16="http://schemas.microsoft.com/office/drawing/2014/main" id="{A146817A-0106-395B-1965-F378A0291E2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924" b="6997"/>
          <a:stretch>
            <a:fillRect/>
          </a:stretch>
        </p:blipFill>
        <p:spPr>
          <a:xfrm>
            <a:off x="5978167" y="2277034"/>
            <a:ext cx="5967304" cy="3756213"/>
          </a:xfrm>
          <a:prstGeom prst="rect">
            <a:avLst/>
          </a:prstGeom>
        </p:spPr>
      </p:pic>
      <p:pic>
        <p:nvPicPr>
          <p:cNvPr id="14" name="Imagem 13">
            <a:extLst>
              <a:ext uri="{FF2B5EF4-FFF2-40B4-BE49-F238E27FC236}">
                <a16:creationId xmlns:a16="http://schemas.microsoft.com/office/drawing/2014/main" id="{A404036B-DE96-50F7-3D82-0AADE1BC2CC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849" t="3924" r="73444" b="78005"/>
          <a:stretch>
            <a:fillRect/>
          </a:stretch>
        </p:blipFill>
        <p:spPr>
          <a:xfrm>
            <a:off x="217786" y="5785754"/>
            <a:ext cx="1414685" cy="7620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9260622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78580E-6AD4-6691-AECB-6E6AB417CA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78E6E75-C157-87A4-6B45-429A7D26CC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RESULTADOS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5B31619E-7E5A-A34C-0715-C6CCD06C4EA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5446060" cy="4351338"/>
          </a:xfrm>
        </p:spPr>
        <p:txBody>
          <a:bodyPr/>
          <a:lstStyle/>
          <a:p>
            <a:pPr>
              <a:buFont typeface="Wingdings" panose="05000000000000000000" pitchFamily="2" charset="2"/>
              <a:buChar char="§"/>
            </a:pPr>
            <a:r>
              <a:rPr lang="pt-BR" dirty="0"/>
              <a:t>Como uma customização afeta a estrutura hierárquica do produto e qual o seu impacto em complexidade?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pt-BR" dirty="0"/>
              <a:t>Definição da estrutura padrão, identificação das customizações FFF e o impacto na estrutura do produto</a:t>
            </a:r>
          </a:p>
        </p:txBody>
      </p:sp>
      <p:pic>
        <p:nvPicPr>
          <p:cNvPr id="6" name="Imagem 5">
            <a:extLst>
              <a:ext uri="{FF2B5EF4-FFF2-40B4-BE49-F238E27FC236}">
                <a16:creationId xmlns:a16="http://schemas.microsoft.com/office/drawing/2014/main" id="{CB35F091-A63F-0DEC-F7DE-BE96C2993949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458" t="71631" r="38477" b="24916"/>
          <a:stretch>
            <a:fillRect/>
          </a:stretch>
        </p:blipFill>
        <p:spPr>
          <a:xfrm>
            <a:off x="1" y="1326022"/>
            <a:ext cx="7745506" cy="364666"/>
          </a:xfrm>
          <a:prstGeom prst="rect">
            <a:avLst/>
          </a:prstGeom>
        </p:spPr>
      </p:pic>
      <p:sp>
        <p:nvSpPr>
          <p:cNvPr id="8" name="CaixaDeTexto 7">
            <a:extLst>
              <a:ext uri="{FF2B5EF4-FFF2-40B4-BE49-F238E27FC236}">
                <a16:creationId xmlns:a16="http://schemas.microsoft.com/office/drawing/2014/main" id="{AA6B5FFC-9E29-BFA3-76B9-23979FD65FC7}"/>
              </a:ext>
            </a:extLst>
          </p:cNvPr>
          <p:cNvSpPr txBox="1"/>
          <p:nvPr/>
        </p:nvSpPr>
        <p:spPr>
          <a:xfrm>
            <a:off x="838200" y="1321356"/>
            <a:ext cx="476810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>
                <a:solidFill>
                  <a:schemeClr val="bg2"/>
                </a:solidFill>
              </a:rPr>
              <a:t>DIAGNÓSTICO E LEVANTAMENTO DE REQUISITOS</a:t>
            </a:r>
          </a:p>
        </p:txBody>
      </p:sp>
      <p:pic>
        <p:nvPicPr>
          <p:cNvPr id="18" name="Imagem 17">
            <a:extLst>
              <a:ext uri="{FF2B5EF4-FFF2-40B4-BE49-F238E27FC236}">
                <a16:creationId xmlns:a16="http://schemas.microsoft.com/office/drawing/2014/main" id="{4614A272-7C2F-F4E5-3658-00CB82C273E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584" b="4933"/>
          <a:stretch>
            <a:fillRect/>
          </a:stretch>
        </p:blipFill>
        <p:spPr>
          <a:xfrm>
            <a:off x="7745507" y="1825625"/>
            <a:ext cx="3432254" cy="4286230"/>
          </a:xfrm>
          <a:prstGeom prst="rect">
            <a:avLst/>
          </a:prstGeom>
        </p:spPr>
      </p:pic>
      <p:pic>
        <p:nvPicPr>
          <p:cNvPr id="9" name="Imagem 8">
            <a:extLst>
              <a:ext uri="{FF2B5EF4-FFF2-40B4-BE49-F238E27FC236}">
                <a16:creationId xmlns:a16="http://schemas.microsoft.com/office/drawing/2014/main" id="{2E72D95C-CC99-2BE4-B49A-632BBB470B2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207" t="4141" r="40137" b="77788"/>
          <a:stretch>
            <a:fillRect/>
          </a:stretch>
        </p:blipFill>
        <p:spPr>
          <a:xfrm>
            <a:off x="211744" y="5795962"/>
            <a:ext cx="1411583" cy="762001"/>
          </a:xfrm>
          <a:prstGeom prst="rect">
            <a:avLst/>
          </a:prstGeom>
        </p:spPr>
      </p:pic>
      <p:pic>
        <p:nvPicPr>
          <p:cNvPr id="16" name="Imagem 15">
            <a:extLst>
              <a:ext uri="{FF2B5EF4-FFF2-40B4-BE49-F238E27FC236}">
                <a16:creationId xmlns:a16="http://schemas.microsoft.com/office/drawing/2014/main" id="{8B7D50C0-C158-E9B2-0BA8-9050B64F60F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008" t="33975" r="73337" b="46862"/>
          <a:stretch>
            <a:fillRect/>
          </a:stretch>
        </p:blipFill>
        <p:spPr>
          <a:xfrm>
            <a:off x="3272834" y="5772947"/>
            <a:ext cx="1411583" cy="808030"/>
          </a:xfrm>
          <a:prstGeom prst="rect">
            <a:avLst/>
          </a:prstGeom>
        </p:spPr>
      </p:pic>
      <p:pic>
        <p:nvPicPr>
          <p:cNvPr id="19" name="Imagem 18">
            <a:extLst>
              <a:ext uri="{FF2B5EF4-FFF2-40B4-BE49-F238E27FC236}">
                <a16:creationId xmlns:a16="http://schemas.microsoft.com/office/drawing/2014/main" id="{CA4A546B-AFC2-B866-5E5C-3B03F6B5C23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0069" t="4141" r="6275" b="77788"/>
          <a:stretch>
            <a:fillRect/>
          </a:stretch>
        </p:blipFill>
        <p:spPr>
          <a:xfrm>
            <a:off x="1742289" y="5795962"/>
            <a:ext cx="1411584" cy="7620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8493196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307B23-B5AD-08D5-E3AE-2E5D14AA2C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83F650C-BADE-2550-458C-71F8D34DEA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RESULTADOS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A322859E-32C1-3C1C-0E02-2211C86CCAE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5446060" cy="4351338"/>
          </a:xfrm>
        </p:spPr>
        <p:txBody>
          <a:bodyPr/>
          <a:lstStyle/>
          <a:p>
            <a:pPr>
              <a:buFont typeface="Wingdings" panose="05000000000000000000" pitchFamily="2" charset="2"/>
              <a:buChar char="§"/>
            </a:pPr>
            <a:r>
              <a:rPr lang="pt-BR" dirty="0"/>
              <a:t>Como uma customização afeta a estrutura hierárquica do produto e qual o seu impacto em complexidade?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pt-BR" dirty="0"/>
              <a:t>Definição da estrutura padrão, identificação das customizações FFF e o impacto na estrutura do produto</a:t>
            </a:r>
          </a:p>
        </p:txBody>
      </p:sp>
      <p:pic>
        <p:nvPicPr>
          <p:cNvPr id="6" name="Imagem 5">
            <a:extLst>
              <a:ext uri="{FF2B5EF4-FFF2-40B4-BE49-F238E27FC236}">
                <a16:creationId xmlns:a16="http://schemas.microsoft.com/office/drawing/2014/main" id="{30B01F0E-E989-179E-4DFA-B522D928BE19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458" t="71631" r="38477" b="24916"/>
          <a:stretch>
            <a:fillRect/>
          </a:stretch>
        </p:blipFill>
        <p:spPr>
          <a:xfrm>
            <a:off x="1" y="1326022"/>
            <a:ext cx="7745506" cy="364666"/>
          </a:xfrm>
          <a:prstGeom prst="rect">
            <a:avLst/>
          </a:prstGeom>
        </p:spPr>
      </p:pic>
      <p:sp>
        <p:nvSpPr>
          <p:cNvPr id="8" name="CaixaDeTexto 7">
            <a:extLst>
              <a:ext uri="{FF2B5EF4-FFF2-40B4-BE49-F238E27FC236}">
                <a16:creationId xmlns:a16="http://schemas.microsoft.com/office/drawing/2014/main" id="{8DE50702-B955-5C5B-9EEE-BABCB53ECDB4}"/>
              </a:ext>
            </a:extLst>
          </p:cNvPr>
          <p:cNvSpPr txBox="1"/>
          <p:nvPr/>
        </p:nvSpPr>
        <p:spPr>
          <a:xfrm>
            <a:off x="838200" y="1321356"/>
            <a:ext cx="476810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>
                <a:solidFill>
                  <a:schemeClr val="bg2"/>
                </a:solidFill>
              </a:rPr>
              <a:t>DIAGNÓSTICO E LEVANTAMENTO DE REQUISITOS</a:t>
            </a:r>
          </a:p>
        </p:txBody>
      </p:sp>
      <p:pic>
        <p:nvPicPr>
          <p:cNvPr id="12" name="Imagem 11">
            <a:extLst>
              <a:ext uri="{FF2B5EF4-FFF2-40B4-BE49-F238E27FC236}">
                <a16:creationId xmlns:a16="http://schemas.microsoft.com/office/drawing/2014/main" id="{8B468F67-5238-96C2-9348-E91D1FC3292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369" b="9482"/>
          <a:stretch>
            <a:fillRect/>
          </a:stretch>
        </p:blipFill>
        <p:spPr>
          <a:xfrm>
            <a:off x="6363462" y="2170176"/>
            <a:ext cx="5358461" cy="3505327"/>
          </a:xfrm>
          <a:prstGeom prst="rect">
            <a:avLst/>
          </a:prstGeom>
        </p:spPr>
      </p:pic>
      <p:pic>
        <p:nvPicPr>
          <p:cNvPr id="9" name="Imagem 8">
            <a:extLst>
              <a:ext uri="{FF2B5EF4-FFF2-40B4-BE49-F238E27FC236}">
                <a16:creationId xmlns:a16="http://schemas.microsoft.com/office/drawing/2014/main" id="{372C2711-17A9-DD6C-E2D9-BE788437F89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207" t="4141" r="40137" b="77788"/>
          <a:stretch>
            <a:fillRect/>
          </a:stretch>
        </p:blipFill>
        <p:spPr>
          <a:xfrm>
            <a:off x="211744" y="5795962"/>
            <a:ext cx="1411583" cy="762001"/>
          </a:xfrm>
          <a:prstGeom prst="rect">
            <a:avLst/>
          </a:prstGeom>
        </p:spPr>
      </p:pic>
      <p:pic>
        <p:nvPicPr>
          <p:cNvPr id="16" name="Imagem 15">
            <a:extLst>
              <a:ext uri="{FF2B5EF4-FFF2-40B4-BE49-F238E27FC236}">
                <a16:creationId xmlns:a16="http://schemas.microsoft.com/office/drawing/2014/main" id="{6F055F49-DE75-5FD3-FB74-36A35583F74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008" t="33975" r="73337" b="46862"/>
          <a:stretch>
            <a:fillRect/>
          </a:stretch>
        </p:blipFill>
        <p:spPr>
          <a:xfrm>
            <a:off x="3272834" y="5772947"/>
            <a:ext cx="1411583" cy="808030"/>
          </a:xfrm>
          <a:prstGeom prst="rect">
            <a:avLst/>
          </a:prstGeom>
        </p:spPr>
      </p:pic>
      <p:pic>
        <p:nvPicPr>
          <p:cNvPr id="19" name="Imagem 18">
            <a:extLst>
              <a:ext uri="{FF2B5EF4-FFF2-40B4-BE49-F238E27FC236}">
                <a16:creationId xmlns:a16="http://schemas.microsoft.com/office/drawing/2014/main" id="{E4DEF3A7-AD1A-F20D-61D9-2B1F8DDB551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0069" t="4141" r="6275" b="77788"/>
          <a:stretch>
            <a:fillRect/>
          </a:stretch>
        </p:blipFill>
        <p:spPr>
          <a:xfrm>
            <a:off x="1742289" y="5795962"/>
            <a:ext cx="1411584" cy="7620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913128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EF6E7A-C353-ADF2-582B-B41519B1DE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554A7CA-7F85-BDE4-4765-42760F22A3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RESULTADOS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25C8B28B-DC21-1E1C-036D-949AD86BC24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825625"/>
            <a:ext cx="9873344" cy="4351338"/>
          </a:xfrm>
        </p:spPr>
        <p:txBody>
          <a:bodyPr/>
          <a:lstStyle/>
          <a:p>
            <a:pPr>
              <a:buFont typeface="Wingdings" panose="05000000000000000000" pitchFamily="2" charset="2"/>
              <a:buChar char="§"/>
            </a:pPr>
            <a:r>
              <a:rPr lang="pt-BR" dirty="0"/>
              <a:t>Mapeamento da estrutura padrão e definição das sucessoras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pt-BR" dirty="0"/>
              <a:t>Definição das </a:t>
            </a:r>
            <a:r>
              <a:rPr lang="pt-BR" dirty="0" err="1"/>
              <a:t>UTPs</a:t>
            </a:r>
            <a:r>
              <a:rPr lang="pt-BR" dirty="0"/>
              <a:t> para cada entrega em cada customização</a:t>
            </a:r>
          </a:p>
        </p:txBody>
      </p:sp>
      <p:pic>
        <p:nvPicPr>
          <p:cNvPr id="6" name="Imagem 5">
            <a:extLst>
              <a:ext uri="{FF2B5EF4-FFF2-40B4-BE49-F238E27FC236}">
                <a16:creationId xmlns:a16="http://schemas.microsoft.com/office/drawing/2014/main" id="{1916F0BF-61AD-8D2E-180A-94B4527EB637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458" t="71631" r="38477" b="24916"/>
          <a:stretch>
            <a:fillRect/>
          </a:stretch>
        </p:blipFill>
        <p:spPr>
          <a:xfrm>
            <a:off x="1" y="1326022"/>
            <a:ext cx="7745506" cy="364666"/>
          </a:xfrm>
          <a:prstGeom prst="rect">
            <a:avLst/>
          </a:prstGeom>
        </p:spPr>
      </p:pic>
      <p:sp>
        <p:nvSpPr>
          <p:cNvPr id="8" name="CaixaDeTexto 7">
            <a:extLst>
              <a:ext uri="{FF2B5EF4-FFF2-40B4-BE49-F238E27FC236}">
                <a16:creationId xmlns:a16="http://schemas.microsoft.com/office/drawing/2014/main" id="{64AB0517-1009-D2C5-E5D5-7833C026AD04}"/>
              </a:ext>
            </a:extLst>
          </p:cNvPr>
          <p:cNvSpPr txBox="1"/>
          <p:nvPr/>
        </p:nvSpPr>
        <p:spPr>
          <a:xfrm>
            <a:off x="838200" y="1321356"/>
            <a:ext cx="476810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>
                <a:solidFill>
                  <a:schemeClr val="bg2"/>
                </a:solidFill>
              </a:rPr>
              <a:t>DIAGNÓSTICO E LEVANTAMENTO DE REQUISITOS</a:t>
            </a:r>
          </a:p>
        </p:txBody>
      </p:sp>
      <p:pic>
        <p:nvPicPr>
          <p:cNvPr id="14" name="Imagem 13">
            <a:extLst>
              <a:ext uri="{FF2B5EF4-FFF2-40B4-BE49-F238E27FC236}">
                <a16:creationId xmlns:a16="http://schemas.microsoft.com/office/drawing/2014/main" id="{5FA2A2D9-6BE9-7CE8-B43F-2E4123178B6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8115"/>
          <a:stretch>
            <a:fillRect/>
          </a:stretch>
        </p:blipFill>
        <p:spPr>
          <a:xfrm>
            <a:off x="1100024" y="3113314"/>
            <a:ext cx="9991951" cy="2570724"/>
          </a:xfrm>
          <a:prstGeom prst="rect">
            <a:avLst/>
          </a:prstGeom>
        </p:spPr>
      </p:pic>
      <p:pic>
        <p:nvPicPr>
          <p:cNvPr id="16" name="Imagem 15">
            <a:extLst>
              <a:ext uri="{FF2B5EF4-FFF2-40B4-BE49-F238E27FC236}">
                <a16:creationId xmlns:a16="http://schemas.microsoft.com/office/drawing/2014/main" id="{21AFBB52-740D-3142-F1A8-FA1AD3E58A9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260" t="36585" r="40085" b="45344"/>
          <a:stretch>
            <a:fillRect/>
          </a:stretch>
        </p:blipFill>
        <p:spPr>
          <a:xfrm>
            <a:off x="211743" y="5818976"/>
            <a:ext cx="1411583" cy="762001"/>
          </a:xfrm>
          <a:prstGeom prst="rect">
            <a:avLst/>
          </a:prstGeom>
        </p:spPr>
      </p:pic>
      <p:pic>
        <p:nvPicPr>
          <p:cNvPr id="18" name="Imagem 17">
            <a:extLst>
              <a:ext uri="{FF2B5EF4-FFF2-40B4-BE49-F238E27FC236}">
                <a16:creationId xmlns:a16="http://schemas.microsoft.com/office/drawing/2014/main" id="{97725397-4992-7B6C-28C2-2CEB2AC3078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9911" t="35650" r="6434" b="46279"/>
          <a:stretch>
            <a:fillRect/>
          </a:stretch>
        </p:blipFill>
        <p:spPr>
          <a:xfrm>
            <a:off x="1773102" y="5818975"/>
            <a:ext cx="1411583" cy="7620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0261899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909B92-33FA-B72A-D869-A9322C9283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m 3">
            <a:extLst>
              <a:ext uri="{FF2B5EF4-FFF2-40B4-BE49-F238E27FC236}">
                <a16:creationId xmlns:a16="http://schemas.microsoft.com/office/drawing/2014/main" id="{27C32A0B-9C15-5097-E0F4-C3A5E32332C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924" b="6997"/>
          <a:stretch>
            <a:fillRect/>
          </a:stretch>
        </p:blipFill>
        <p:spPr>
          <a:xfrm>
            <a:off x="1039621" y="2491097"/>
            <a:ext cx="5967304" cy="3756213"/>
          </a:xfrm>
          <a:prstGeom prst="rect">
            <a:avLst/>
          </a:prstGeom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5AB1C82E-B17E-EEF9-5E57-879C99501C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RESULTADOS</a:t>
            </a:r>
          </a:p>
        </p:txBody>
      </p:sp>
      <p:pic>
        <p:nvPicPr>
          <p:cNvPr id="6" name="Imagem 5">
            <a:extLst>
              <a:ext uri="{FF2B5EF4-FFF2-40B4-BE49-F238E27FC236}">
                <a16:creationId xmlns:a16="http://schemas.microsoft.com/office/drawing/2014/main" id="{72420E11-6430-C03D-8780-65BD54660EAA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458" t="71631" r="38477" b="24916"/>
          <a:stretch>
            <a:fillRect/>
          </a:stretch>
        </p:blipFill>
        <p:spPr>
          <a:xfrm>
            <a:off x="1" y="1326022"/>
            <a:ext cx="7745506" cy="364666"/>
          </a:xfrm>
          <a:prstGeom prst="rect">
            <a:avLst/>
          </a:prstGeom>
        </p:spPr>
      </p:pic>
      <p:sp>
        <p:nvSpPr>
          <p:cNvPr id="8" name="CaixaDeTexto 7">
            <a:extLst>
              <a:ext uri="{FF2B5EF4-FFF2-40B4-BE49-F238E27FC236}">
                <a16:creationId xmlns:a16="http://schemas.microsoft.com/office/drawing/2014/main" id="{36659157-AE8B-B202-BDAE-D689CA4695EB}"/>
              </a:ext>
            </a:extLst>
          </p:cNvPr>
          <p:cNvSpPr txBox="1"/>
          <p:nvPr/>
        </p:nvSpPr>
        <p:spPr>
          <a:xfrm>
            <a:off x="838200" y="1321356"/>
            <a:ext cx="476810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>
                <a:solidFill>
                  <a:schemeClr val="bg2"/>
                </a:solidFill>
              </a:rPr>
              <a:t>DIAGNÓSTICO E LEVANTAMENTO DE REQUISITOS</a:t>
            </a:r>
          </a:p>
        </p:txBody>
      </p:sp>
      <p:grpSp>
        <p:nvGrpSpPr>
          <p:cNvPr id="34" name="Agrupar 33">
            <a:extLst>
              <a:ext uri="{FF2B5EF4-FFF2-40B4-BE49-F238E27FC236}">
                <a16:creationId xmlns:a16="http://schemas.microsoft.com/office/drawing/2014/main" id="{2A81469A-BE41-506D-F7CB-DE0C824D0DF8}"/>
              </a:ext>
            </a:extLst>
          </p:cNvPr>
          <p:cNvGrpSpPr/>
          <p:nvPr/>
        </p:nvGrpSpPr>
        <p:grpSpPr>
          <a:xfrm>
            <a:off x="7965294" y="2704721"/>
            <a:ext cx="2932722" cy="720000"/>
            <a:chOff x="7385507" y="2327648"/>
            <a:chExt cx="2932722" cy="720000"/>
          </a:xfrm>
        </p:grpSpPr>
        <p:pic>
          <p:nvPicPr>
            <p:cNvPr id="5" name="Gráfico 4" descr="Files Vector SVG Icon - SVG Repo">
              <a:extLst>
                <a:ext uri="{FF2B5EF4-FFF2-40B4-BE49-F238E27FC236}">
                  <a16:creationId xmlns:a16="http://schemas.microsoft.com/office/drawing/2014/main" id="{1C81FFA2-CCAA-077C-9454-87DAFE5D611A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duotone>
                <a:schemeClr val="accent3">
                  <a:shade val="45000"/>
                  <a:satMod val="135000"/>
                </a:schemeClr>
                <a:prstClr val="white"/>
              </a:duotone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7385507" y="2327648"/>
              <a:ext cx="720000" cy="720000"/>
            </a:xfrm>
            <a:prstGeom prst="rect">
              <a:avLst/>
            </a:prstGeom>
          </p:spPr>
        </p:pic>
        <p:sp>
          <p:nvSpPr>
            <p:cNvPr id="21" name="CaixaDeTexto 20">
              <a:extLst>
                <a:ext uri="{FF2B5EF4-FFF2-40B4-BE49-F238E27FC236}">
                  <a16:creationId xmlns:a16="http://schemas.microsoft.com/office/drawing/2014/main" id="{A5722837-1149-23D0-46E7-E8D2BBD1E405}"/>
                </a:ext>
              </a:extLst>
            </p:cNvPr>
            <p:cNvSpPr txBox="1"/>
            <p:nvPr/>
          </p:nvSpPr>
          <p:spPr>
            <a:xfrm>
              <a:off x="8105507" y="2502982"/>
              <a:ext cx="221272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i="1" dirty="0" err="1"/>
                <a:t>deliverable_structure</a:t>
              </a:r>
              <a:endParaRPr lang="pt-BR" i="1" dirty="0"/>
            </a:p>
          </p:txBody>
        </p:sp>
      </p:grpSp>
      <p:grpSp>
        <p:nvGrpSpPr>
          <p:cNvPr id="35" name="Agrupar 34">
            <a:extLst>
              <a:ext uri="{FF2B5EF4-FFF2-40B4-BE49-F238E27FC236}">
                <a16:creationId xmlns:a16="http://schemas.microsoft.com/office/drawing/2014/main" id="{8E302021-EBBA-F122-561D-87972ABA56D4}"/>
              </a:ext>
            </a:extLst>
          </p:cNvPr>
          <p:cNvGrpSpPr/>
          <p:nvPr/>
        </p:nvGrpSpPr>
        <p:grpSpPr>
          <a:xfrm>
            <a:off x="7965294" y="3623306"/>
            <a:ext cx="3187085" cy="720000"/>
            <a:chOff x="7385507" y="3207045"/>
            <a:chExt cx="3187085" cy="720000"/>
          </a:xfrm>
        </p:grpSpPr>
        <p:pic>
          <p:nvPicPr>
            <p:cNvPr id="9" name="Gráfico 8" descr="Files Vector SVG Icon - SVG Repo">
              <a:extLst>
                <a:ext uri="{FF2B5EF4-FFF2-40B4-BE49-F238E27FC236}">
                  <a16:creationId xmlns:a16="http://schemas.microsoft.com/office/drawing/2014/main" id="{3A34F935-E16C-1C30-5E51-115BDDA2ACA3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duotone>
                <a:schemeClr val="accent3">
                  <a:shade val="45000"/>
                  <a:satMod val="135000"/>
                </a:schemeClr>
                <a:prstClr val="white"/>
              </a:duotone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7385507" y="3207045"/>
              <a:ext cx="720000" cy="720000"/>
            </a:xfrm>
            <a:prstGeom prst="rect">
              <a:avLst/>
            </a:prstGeom>
          </p:spPr>
        </p:pic>
        <p:sp>
          <p:nvSpPr>
            <p:cNvPr id="23" name="CaixaDeTexto 22">
              <a:extLst>
                <a:ext uri="{FF2B5EF4-FFF2-40B4-BE49-F238E27FC236}">
                  <a16:creationId xmlns:a16="http://schemas.microsoft.com/office/drawing/2014/main" id="{3D08810F-BF0D-8B14-F77D-03BCBFAF4A09}"/>
                </a:ext>
              </a:extLst>
            </p:cNvPr>
            <p:cNvSpPr txBox="1"/>
            <p:nvPr/>
          </p:nvSpPr>
          <p:spPr>
            <a:xfrm>
              <a:off x="8105506" y="3382379"/>
              <a:ext cx="246708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i="1" dirty="0" err="1"/>
                <a:t>customization_overview</a:t>
              </a:r>
              <a:endParaRPr lang="pt-BR" i="1" dirty="0"/>
            </a:p>
          </p:txBody>
        </p:sp>
      </p:grpSp>
      <p:grpSp>
        <p:nvGrpSpPr>
          <p:cNvPr id="37" name="Agrupar 36">
            <a:extLst>
              <a:ext uri="{FF2B5EF4-FFF2-40B4-BE49-F238E27FC236}">
                <a16:creationId xmlns:a16="http://schemas.microsoft.com/office/drawing/2014/main" id="{E9169559-A6B9-C340-94ED-08BB153EE89E}"/>
              </a:ext>
            </a:extLst>
          </p:cNvPr>
          <p:cNvGrpSpPr/>
          <p:nvPr/>
        </p:nvGrpSpPr>
        <p:grpSpPr>
          <a:xfrm>
            <a:off x="7965294" y="5460475"/>
            <a:ext cx="1677312" cy="720000"/>
            <a:chOff x="7385507" y="5953114"/>
            <a:chExt cx="1677312" cy="720000"/>
          </a:xfrm>
        </p:grpSpPr>
        <p:pic>
          <p:nvPicPr>
            <p:cNvPr id="14" name="Gráfico 13" descr="Files Vector SVG Icon - SVG Repo">
              <a:extLst>
                <a:ext uri="{FF2B5EF4-FFF2-40B4-BE49-F238E27FC236}">
                  <a16:creationId xmlns:a16="http://schemas.microsoft.com/office/drawing/2014/main" id="{CF6D860E-B93D-1DFC-68DA-FCA818FCC34A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duotone>
                <a:schemeClr val="accent3">
                  <a:shade val="45000"/>
                  <a:satMod val="135000"/>
                </a:schemeClr>
                <a:prstClr val="white"/>
              </a:duotone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7385507" y="5953114"/>
              <a:ext cx="720000" cy="720000"/>
            </a:xfrm>
            <a:prstGeom prst="rect">
              <a:avLst/>
            </a:prstGeom>
          </p:spPr>
        </p:pic>
        <p:sp>
          <p:nvSpPr>
            <p:cNvPr id="25" name="CaixaDeTexto 24">
              <a:extLst>
                <a:ext uri="{FF2B5EF4-FFF2-40B4-BE49-F238E27FC236}">
                  <a16:creationId xmlns:a16="http://schemas.microsoft.com/office/drawing/2014/main" id="{4E518305-4557-0F93-A694-B7F8FC487CF4}"/>
                </a:ext>
              </a:extLst>
            </p:cNvPr>
            <p:cNvSpPr txBox="1"/>
            <p:nvPr/>
          </p:nvSpPr>
          <p:spPr>
            <a:xfrm>
              <a:off x="8105506" y="6123543"/>
              <a:ext cx="957313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i="1" dirty="0" err="1"/>
                <a:t>holidays</a:t>
              </a:r>
              <a:endParaRPr lang="pt-BR" i="1" dirty="0"/>
            </a:p>
          </p:txBody>
        </p:sp>
      </p:grpSp>
      <p:grpSp>
        <p:nvGrpSpPr>
          <p:cNvPr id="36" name="Agrupar 35">
            <a:extLst>
              <a:ext uri="{FF2B5EF4-FFF2-40B4-BE49-F238E27FC236}">
                <a16:creationId xmlns:a16="http://schemas.microsoft.com/office/drawing/2014/main" id="{190BE628-EB90-44D7-DC1B-F7A008ED521C}"/>
              </a:ext>
            </a:extLst>
          </p:cNvPr>
          <p:cNvGrpSpPr/>
          <p:nvPr/>
        </p:nvGrpSpPr>
        <p:grpSpPr>
          <a:xfrm>
            <a:off x="7965294" y="4541891"/>
            <a:ext cx="2986710" cy="720000"/>
            <a:chOff x="7385507" y="4139528"/>
            <a:chExt cx="2986710" cy="720000"/>
          </a:xfrm>
        </p:grpSpPr>
        <p:pic>
          <p:nvPicPr>
            <p:cNvPr id="11" name="Gráfico 10" descr="Files Vector SVG Icon - SVG Repo">
              <a:extLst>
                <a:ext uri="{FF2B5EF4-FFF2-40B4-BE49-F238E27FC236}">
                  <a16:creationId xmlns:a16="http://schemas.microsoft.com/office/drawing/2014/main" id="{5FFD32E3-7F86-B03E-AE08-B0E50927ED99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duotone>
                <a:schemeClr val="accent3">
                  <a:shade val="45000"/>
                  <a:satMod val="135000"/>
                </a:schemeClr>
                <a:prstClr val="white"/>
              </a:duotone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7385507" y="4139528"/>
              <a:ext cx="720000" cy="720000"/>
            </a:xfrm>
            <a:prstGeom prst="rect">
              <a:avLst/>
            </a:prstGeom>
          </p:spPr>
        </p:pic>
        <p:sp>
          <p:nvSpPr>
            <p:cNvPr id="27" name="CaixaDeTexto 26">
              <a:extLst>
                <a:ext uri="{FF2B5EF4-FFF2-40B4-BE49-F238E27FC236}">
                  <a16:creationId xmlns:a16="http://schemas.microsoft.com/office/drawing/2014/main" id="{3EC74BD6-7828-F8F1-A902-59AD4BE27389}"/>
                </a:ext>
              </a:extLst>
            </p:cNvPr>
            <p:cNvSpPr txBox="1"/>
            <p:nvPr/>
          </p:nvSpPr>
          <p:spPr>
            <a:xfrm>
              <a:off x="8305882" y="4140386"/>
              <a:ext cx="2066335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i="1" dirty="0" err="1"/>
                <a:t>customization_color</a:t>
              </a:r>
              <a:endParaRPr lang="pt-BR" i="1" dirty="0"/>
            </a:p>
          </p:txBody>
        </p:sp>
        <p:sp>
          <p:nvSpPr>
            <p:cNvPr id="31" name="CaixaDeTexto 30">
              <a:extLst>
                <a:ext uri="{FF2B5EF4-FFF2-40B4-BE49-F238E27FC236}">
                  <a16:creationId xmlns:a16="http://schemas.microsoft.com/office/drawing/2014/main" id="{F6F69FAC-5387-42BD-F9D7-4D3111704137}"/>
                </a:ext>
              </a:extLst>
            </p:cNvPr>
            <p:cNvSpPr txBox="1"/>
            <p:nvPr/>
          </p:nvSpPr>
          <p:spPr>
            <a:xfrm>
              <a:off x="8105507" y="4490196"/>
              <a:ext cx="2199705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i="1" dirty="0" err="1"/>
                <a:t>customization_length</a:t>
              </a:r>
              <a:endParaRPr lang="pt-BR" i="1" dirty="0"/>
            </a:p>
          </p:txBody>
        </p:sp>
        <p:sp>
          <p:nvSpPr>
            <p:cNvPr id="33" name="CaixaDeTexto 32">
              <a:extLst>
                <a:ext uri="{FF2B5EF4-FFF2-40B4-BE49-F238E27FC236}">
                  <a16:creationId xmlns:a16="http://schemas.microsoft.com/office/drawing/2014/main" id="{3A052653-2466-987B-B2BD-CD62904E1A08}"/>
                </a:ext>
              </a:extLst>
            </p:cNvPr>
            <p:cNvSpPr txBox="1"/>
            <p:nvPr/>
          </p:nvSpPr>
          <p:spPr>
            <a:xfrm>
              <a:off x="9032973" y="4270329"/>
              <a:ext cx="35779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i="1" dirty="0"/>
                <a:t>...</a:t>
              </a:r>
            </a:p>
          </p:txBody>
        </p:sp>
      </p:grpSp>
      <p:pic>
        <p:nvPicPr>
          <p:cNvPr id="39" name="Imagem 38" descr="Free Green Check Vector Art - Download 8,347+ Green Check Icons ...">
            <a:extLst>
              <a:ext uri="{FF2B5EF4-FFF2-40B4-BE49-F238E27FC236}">
                <a16:creationId xmlns:a16="http://schemas.microsoft.com/office/drawing/2014/main" id="{E37B710D-917C-6AD1-FACD-4D3AF3820C4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366648" y="2835247"/>
            <a:ext cx="366880" cy="360000"/>
          </a:xfrm>
          <a:prstGeom prst="rect">
            <a:avLst/>
          </a:prstGeom>
        </p:spPr>
      </p:pic>
      <p:pic>
        <p:nvPicPr>
          <p:cNvPr id="41" name="Imagem 40" descr="Free Green Check Vector Art - Download 8,347+ Green Check Icons ...">
            <a:extLst>
              <a:ext uri="{FF2B5EF4-FFF2-40B4-BE49-F238E27FC236}">
                <a16:creationId xmlns:a16="http://schemas.microsoft.com/office/drawing/2014/main" id="{103EA38B-CDAC-AB92-E477-B49A6D85C5A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52541" y="2843992"/>
            <a:ext cx="366880" cy="360000"/>
          </a:xfrm>
          <a:prstGeom prst="rect">
            <a:avLst/>
          </a:prstGeom>
        </p:spPr>
      </p:pic>
      <p:pic>
        <p:nvPicPr>
          <p:cNvPr id="43" name="Imagem 42" descr="Free Green Check Vector Art - Download 8,347+ Green Check Icons ...">
            <a:extLst>
              <a:ext uri="{FF2B5EF4-FFF2-40B4-BE49-F238E27FC236}">
                <a16:creationId xmlns:a16="http://schemas.microsoft.com/office/drawing/2014/main" id="{C862284E-7416-9B13-751B-D30D604794A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92347" y="2843992"/>
            <a:ext cx="366880" cy="360000"/>
          </a:xfrm>
          <a:prstGeom prst="rect">
            <a:avLst/>
          </a:prstGeom>
        </p:spPr>
      </p:pic>
      <p:pic>
        <p:nvPicPr>
          <p:cNvPr id="45" name="Imagem 44" descr="Free Green Check Vector Art - Download 8,347+ Green Check Icons ...">
            <a:extLst>
              <a:ext uri="{FF2B5EF4-FFF2-40B4-BE49-F238E27FC236}">
                <a16:creationId xmlns:a16="http://schemas.microsoft.com/office/drawing/2014/main" id="{8659CF7F-90FA-5C72-7F8A-2AB6E5BC062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366648" y="4233624"/>
            <a:ext cx="366880" cy="360000"/>
          </a:xfrm>
          <a:prstGeom prst="rect">
            <a:avLst/>
          </a:prstGeom>
        </p:spPr>
      </p:pic>
      <p:pic>
        <p:nvPicPr>
          <p:cNvPr id="47" name="Imagem 46" descr="Free Green Check Vector Art - Download 8,347+ Green Check Icons ...">
            <a:extLst>
              <a:ext uri="{FF2B5EF4-FFF2-40B4-BE49-F238E27FC236}">
                <a16:creationId xmlns:a16="http://schemas.microsoft.com/office/drawing/2014/main" id="{9A88734B-6233-E166-83B6-83653C5FBFF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52541" y="4228155"/>
            <a:ext cx="366880" cy="360000"/>
          </a:xfrm>
          <a:prstGeom prst="rect">
            <a:avLst/>
          </a:prstGeom>
        </p:spPr>
      </p:pic>
      <p:pic>
        <p:nvPicPr>
          <p:cNvPr id="49" name="Imagem 48" descr="Free Green Check Vector Art - Download 8,347+ Green Check Icons ...">
            <a:extLst>
              <a:ext uri="{FF2B5EF4-FFF2-40B4-BE49-F238E27FC236}">
                <a16:creationId xmlns:a16="http://schemas.microsoft.com/office/drawing/2014/main" id="{A781E598-4B3C-3976-4D0D-D9DA858297C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92347" y="4237996"/>
            <a:ext cx="366880" cy="360000"/>
          </a:xfrm>
          <a:prstGeom prst="rect">
            <a:avLst/>
          </a:prstGeom>
        </p:spPr>
      </p:pic>
      <p:pic>
        <p:nvPicPr>
          <p:cNvPr id="51" name="Imagem 50" descr="Free Green Check Vector Art - Download 8,347+ Green Check Icons ...">
            <a:extLst>
              <a:ext uri="{FF2B5EF4-FFF2-40B4-BE49-F238E27FC236}">
                <a16:creationId xmlns:a16="http://schemas.microsoft.com/office/drawing/2014/main" id="{A448A596-FDFE-BA14-05E0-B85FC03C54E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366648" y="5820475"/>
            <a:ext cx="366880" cy="360000"/>
          </a:xfrm>
          <a:prstGeom prst="rect">
            <a:avLst/>
          </a:prstGeom>
        </p:spPr>
      </p:pic>
      <p:sp>
        <p:nvSpPr>
          <p:cNvPr id="53" name="Espaço Reservado para Conteúdo 2">
            <a:extLst>
              <a:ext uri="{FF2B5EF4-FFF2-40B4-BE49-F238E27FC236}">
                <a16:creationId xmlns:a16="http://schemas.microsoft.com/office/drawing/2014/main" id="{F7FDEA17-66C5-1A30-54AC-DA50855C599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825625"/>
            <a:ext cx="7373472" cy="4351338"/>
          </a:xfrm>
        </p:spPr>
        <p:txBody>
          <a:bodyPr/>
          <a:lstStyle/>
          <a:p>
            <a:pPr>
              <a:buFont typeface="Wingdings" panose="05000000000000000000" pitchFamily="2" charset="2"/>
              <a:buChar char="§"/>
            </a:pPr>
            <a:r>
              <a:rPr lang="pt-BR" dirty="0"/>
              <a:t>... retomando</a:t>
            </a:r>
          </a:p>
        </p:txBody>
      </p:sp>
      <p:pic>
        <p:nvPicPr>
          <p:cNvPr id="55" name="Imagem 54" descr="Free Green Check Vector Art - Download 8,347+ Green Check Icons ...">
            <a:extLst>
              <a:ext uri="{FF2B5EF4-FFF2-40B4-BE49-F238E27FC236}">
                <a16:creationId xmlns:a16="http://schemas.microsoft.com/office/drawing/2014/main" id="{B5E431E3-CCEC-C860-6AF1-737F749F819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161369" y="2894053"/>
            <a:ext cx="366880" cy="360000"/>
          </a:xfrm>
          <a:prstGeom prst="rect">
            <a:avLst/>
          </a:prstGeom>
        </p:spPr>
      </p:pic>
      <p:pic>
        <p:nvPicPr>
          <p:cNvPr id="57" name="Imagem 56" descr="Free Green Check Vector Art - Download 8,347+ Green Check Icons ...">
            <a:extLst>
              <a:ext uri="{FF2B5EF4-FFF2-40B4-BE49-F238E27FC236}">
                <a16:creationId xmlns:a16="http://schemas.microsoft.com/office/drawing/2014/main" id="{2567E876-F9CA-F37B-1FE0-D65776E0D98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161369" y="3821294"/>
            <a:ext cx="366880" cy="360000"/>
          </a:xfrm>
          <a:prstGeom prst="rect">
            <a:avLst/>
          </a:prstGeom>
        </p:spPr>
      </p:pic>
      <p:pic>
        <p:nvPicPr>
          <p:cNvPr id="59" name="Imagem 58" descr="Free Green Check Vector Art - Download 8,347+ Green Check Icons ...">
            <a:extLst>
              <a:ext uri="{FF2B5EF4-FFF2-40B4-BE49-F238E27FC236}">
                <a16:creationId xmlns:a16="http://schemas.microsoft.com/office/drawing/2014/main" id="{8CC7D028-9E94-522A-9DCB-17CFDFD4808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161369" y="4698292"/>
            <a:ext cx="366880" cy="360000"/>
          </a:xfrm>
          <a:prstGeom prst="rect">
            <a:avLst/>
          </a:prstGeom>
        </p:spPr>
      </p:pic>
      <p:pic>
        <p:nvPicPr>
          <p:cNvPr id="61" name="Imagem 60" descr="Free Green Check Vector Art - Download 8,347+ Green Check Icons ...">
            <a:extLst>
              <a:ext uri="{FF2B5EF4-FFF2-40B4-BE49-F238E27FC236}">
                <a16:creationId xmlns:a16="http://schemas.microsoft.com/office/drawing/2014/main" id="{9582B403-B4E3-6633-A0EE-BF9311B1788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161369" y="5625533"/>
            <a:ext cx="366880" cy="360000"/>
          </a:xfrm>
          <a:prstGeom prst="rect">
            <a:avLst/>
          </a:prstGeom>
        </p:spPr>
      </p:pic>
      <p:pic>
        <p:nvPicPr>
          <p:cNvPr id="63" name="Gráfico 62" descr="Files Vector SVG Icon - SVG Repo">
            <a:extLst>
              <a:ext uri="{FF2B5EF4-FFF2-40B4-BE49-F238E27FC236}">
                <a16:creationId xmlns:a16="http://schemas.microsoft.com/office/drawing/2014/main" id="{A04FFBE9-F26F-A215-4463-D910293DA1F3}"/>
              </a:ext>
            </a:extLst>
          </p:cNvPr>
          <p:cNvPicPr>
            <a:picLocks noChangeAspect="1"/>
          </p:cNvPicPr>
          <p:nvPr/>
        </p:nvPicPr>
        <p:blipFill>
          <a:blip>
            <a:duotone>
              <a:schemeClr val="accent3">
                <a:shade val="45000"/>
                <a:satMod val="135000"/>
              </a:schemeClr>
              <a:prstClr val="white"/>
            </a:duotone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965294" y="1785278"/>
            <a:ext cx="720000" cy="720000"/>
          </a:xfrm>
          <a:prstGeom prst="rect">
            <a:avLst/>
          </a:prstGeom>
        </p:spPr>
      </p:pic>
      <p:sp>
        <p:nvSpPr>
          <p:cNvPr id="65" name="CaixaDeTexto 64">
            <a:extLst>
              <a:ext uri="{FF2B5EF4-FFF2-40B4-BE49-F238E27FC236}">
                <a16:creationId xmlns:a16="http://schemas.microsoft.com/office/drawing/2014/main" id="{9D765583-568C-9F7B-D025-A8B2D0DEB1EE}"/>
              </a:ext>
            </a:extLst>
          </p:cNvPr>
          <p:cNvSpPr txBox="1"/>
          <p:nvPr/>
        </p:nvSpPr>
        <p:spPr>
          <a:xfrm>
            <a:off x="8685294" y="1960612"/>
            <a:ext cx="196688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i="1" dirty="0" err="1"/>
              <a:t>project_config.json</a:t>
            </a:r>
            <a:endParaRPr lang="pt-BR" i="1" dirty="0"/>
          </a:p>
        </p:txBody>
      </p:sp>
      <p:pic>
        <p:nvPicPr>
          <p:cNvPr id="67" name="Imagem 66" descr="Free Green Check Vector Art - Download 8,347+ Green Check Icons ...">
            <a:extLst>
              <a:ext uri="{FF2B5EF4-FFF2-40B4-BE49-F238E27FC236}">
                <a16:creationId xmlns:a16="http://schemas.microsoft.com/office/drawing/2014/main" id="{3FF80D02-6993-C8E0-6B58-580297DA3D0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161369" y="1960612"/>
            <a:ext cx="366880" cy="360000"/>
          </a:xfrm>
          <a:prstGeom prst="rect">
            <a:avLst/>
          </a:prstGeom>
        </p:spPr>
      </p:pic>
      <p:sp>
        <p:nvSpPr>
          <p:cNvPr id="69" name="CaixaDeTexto 68">
            <a:extLst>
              <a:ext uri="{FF2B5EF4-FFF2-40B4-BE49-F238E27FC236}">
                <a16:creationId xmlns:a16="http://schemas.microsoft.com/office/drawing/2014/main" id="{821C3AE0-9750-CB22-9748-94AAA920596B}"/>
              </a:ext>
            </a:extLst>
          </p:cNvPr>
          <p:cNvSpPr txBox="1"/>
          <p:nvPr/>
        </p:nvSpPr>
        <p:spPr>
          <a:xfrm>
            <a:off x="8685293" y="2255212"/>
            <a:ext cx="242265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i="1" dirty="0"/>
              <a:t>[input da customização]</a:t>
            </a:r>
          </a:p>
        </p:txBody>
      </p:sp>
    </p:spTree>
    <p:extLst>
      <p:ext uri="{BB962C8B-B14F-4D97-AF65-F5344CB8AC3E}">
        <p14:creationId xmlns:p14="http://schemas.microsoft.com/office/powerpoint/2010/main" val="343283948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30C6CD-FA2A-00FF-3AAB-F58C4633EB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B281A95-02DF-878B-22D6-DA27629206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RESULTADOS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A2C14B6C-2D17-DC7E-50E7-B5AE6F221D6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825625"/>
            <a:ext cx="5232828" cy="4351338"/>
          </a:xfrm>
        </p:spPr>
        <p:txBody>
          <a:bodyPr/>
          <a:lstStyle/>
          <a:p>
            <a:pPr>
              <a:buFont typeface="Wingdings" panose="05000000000000000000" pitchFamily="2" charset="2"/>
              <a:buChar char="§"/>
            </a:pPr>
            <a:r>
              <a:rPr lang="pt-BR" sz="2000" dirty="0"/>
              <a:t>Verificação preliminar, 3 condições de FFF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pt-BR" sz="1600" dirty="0"/>
              <a:t>1 módulo, customização em </a:t>
            </a:r>
            <a:r>
              <a:rPr lang="pt-BR" sz="1600" i="1" dirty="0" err="1"/>
              <a:t>length</a:t>
            </a:r>
            <a:r>
              <a:rPr lang="pt-BR" sz="1600" i="1" dirty="0"/>
              <a:t>, color, </a:t>
            </a:r>
            <a:r>
              <a:rPr lang="pt-BR" sz="1600" i="1" dirty="0" err="1"/>
              <a:t>length</a:t>
            </a:r>
            <a:r>
              <a:rPr lang="pt-BR" sz="1600" i="1" dirty="0"/>
              <a:t> &amp; color</a:t>
            </a:r>
            <a:endParaRPr lang="pt-BR" sz="1600" dirty="0"/>
          </a:p>
          <a:p>
            <a:pPr lvl="1">
              <a:buFont typeface="Wingdings" panose="05000000000000000000" pitchFamily="2" charset="2"/>
              <a:buChar char="§"/>
            </a:pPr>
            <a:r>
              <a:rPr lang="pt-BR" sz="1600" dirty="0"/>
              <a:t> </a:t>
            </a:r>
            <a:r>
              <a:rPr lang="pt-BR" sz="1600" dirty="0" err="1"/>
              <a:t>Appx</a:t>
            </a:r>
            <a:r>
              <a:rPr lang="pt-BR" sz="1600" dirty="0"/>
              <a:t>. 240 </a:t>
            </a:r>
            <a:r>
              <a:rPr lang="pt-BR" sz="1600" i="1" dirty="0" err="1"/>
              <a:t>tasks</a:t>
            </a:r>
            <a:endParaRPr lang="pt-BR" sz="1600" i="1" dirty="0"/>
          </a:p>
          <a:p>
            <a:pPr lvl="1">
              <a:buFont typeface="Wingdings" panose="05000000000000000000" pitchFamily="2" charset="2"/>
              <a:buChar char="§"/>
            </a:pPr>
            <a:r>
              <a:rPr lang="pt-BR" sz="1600" dirty="0"/>
              <a:t>Processo iterativo entre as definições da estrutura do produto e customizações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pt-BR" sz="1600" dirty="0"/>
              <a:t>1 Recurso alocado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pt-BR" sz="1600" dirty="0" err="1"/>
              <a:t>Appx</a:t>
            </a:r>
            <a:r>
              <a:rPr lang="pt-BR" sz="1600" dirty="0"/>
              <a:t>. 4 horas para elaboração do cronograma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pt-BR" sz="2000" dirty="0"/>
              <a:t>Sistematização do processo de </a:t>
            </a:r>
            <a:r>
              <a:rPr lang="pt-BR" sz="2000" i="1" dirty="0" err="1"/>
              <a:t>tailoring</a:t>
            </a:r>
            <a:endParaRPr lang="pt-BR" sz="2000" i="1" dirty="0"/>
          </a:p>
          <a:p>
            <a:pPr>
              <a:buFont typeface="Wingdings" panose="05000000000000000000" pitchFamily="2" charset="2"/>
              <a:buChar char="§"/>
            </a:pPr>
            <a:r>
              <a:rPr lang="pt-BR" sz="2000" dirty="0"/>
              <a:t>E para projetos de média e alta complexidade com mais módulos? E mais de um recurso?</a:t>
            </a:r>
          </a:p>
          <a:p>
            <a:pPr>
              <a:buFont typeface="Wingdings" panose="05000000000000000000" pitchFamily="2" charset="2"/>
              <a:buChar char="§"/>
            </a:pPr>
            <a:endParaRPr lang="pt-BR" dirty="0"/>
          </a:p>
        </p:txBody>
      </p:sp>
      <p:pic>
        <p:nvPicPr>
          <p:cNvPr id="6" name="Imagem 5">
            <a:extLst>
              <a:ext uri="{FF2B5EF4-FFF2-40B4-BE49-F238E27FC236}">
                <a16:creationId xmlns:a16="http://schemas.microsoft.com/office/drawing/2014/main" id="{C428C131-6395-5C81-9E26-B3FAC49FFC1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458" t="71631" r="38477" b="24916"/>
          <a:stretch>
            <a:fillRect/>
          </a:stretch>
        </p:blipFill>
        <p:spPr>
          <a:xfrm>
            <a:off x="1" y="1326022"/>
            <a:ext cx="7745506" cy="364666"/>
          </a:xfrm>
          <a:prstGeom prst="rect">
            <a:avLst/>
          </a:prstGeom>
        </p:spPr>
      </p:pic>
      <p:sp>
        <p:nvSpPr>
          <p:cNvPr id="8" name="CaixaDeTexto 7">
            <a:extLst>
              <a:ext uri="{FF2B5EF4-FFF2-40B4-BE49-F238E27FC236}">
                <a16:creationId xmlns:a16="http://schemas.microsoft.com/office/drawing/2014/main" id="{32E4123C-AD9D-C7BD-F58F-36E208A79BA0}"/>
              </a:ext>
            </a:extLst>
          </p:cNvPr>
          <p:cNvSpPr txBox="1"/>
          <p:nvPr/>
        </p:nvSpPr>
        <p:spPr>
          <a:xfrm>
            <a:off x="838200" y="1321356"/>
            <a:ext cx="476810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>
                <a:solidFill>
                  <a:schemeClr val="bg2"/>
                </a:solidFill>
              </a:rPr>
              <a:t>DIAGNÓSTICO E LEVANTAMENTO DE REQUISITOS</a:t>
            </a:r>
          </a:p>
        </p:txBody>
      </p:sp>
      <p:pic>
        <p:nvPicPr>
          <p:cNvPr id="5" name="Imagem 4" descr="Free Green Check Vector Art - Download 8,347+ Green Check Icons ...">
            <a:extLst>
              <a:ext uri="{FF2B5EF4-FFF2-40B4-BE49-F238E27FC236}">
                <a16:creationId xmlns:a16="http://schemas.microsoft.com/office/drawing/2014/main" id="{1D5C6615-A8B4-818C-EC94-BE122EE471A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35728" y="4097973"/>
            <a:ext cx="366880" cy="360000"/>
          </a:xfrm>
          <a:prstGeom prst="rect">
            <a:avLst/>
          </a:prstGeom>
        </p:spPr>
      </p:pic>
      <p:grpSp>
        <p:nvGrpSpPr>
          <p:cNvPr id="7" name="Agrupar 6">
            <a:extLst>
              <a:ext uri="{FF2B5EF4-FFF2-40B4-BE49-F238E27FC236}">
                <a16:creationId xmlns:a16="http://schemas.microsoft.com/office/drawing/2014/main" id="{D87A5BE7-0DAD-0BD1-3BD7-71CC30050EB4}"/>
              </a:ext>
            </a:extLst>
          </p:cNvPr>
          <p:cNvGrpSpPr/>
          <p:nvPr/>
        </p:nvGrpSpPr>
        <p:grpSpPr>
          <a:xfrm>
            <a:off x="7359312" y="2333063"/>
            <a:ext cx="3864677" cy="3017908"/>
            <a:chOff x="6999953" y="3088216"/>
            <a:chExt cx="3864677" cy="3017908"/>
          </a:xfrm>
        </p:grpSpPr>
        <p:pic>
          <p:nvPicPr>
            <p:cNvPr id="9" name="Imagem 8">
              <a:extLst>
                <a:ext uri="{FF2B5EF4-FFF2-40B4-BE49-F238E27FC236}">
                  <a16:creationId xmlns:a16="http://schemas.microsoft.com/office/drawing/2014/main" id="{4FB07B3D-C894-B077-C74F-FEFF2CDA3ECF}"/>
                </a:ext>
              </a:extLst>
            </p:cNvPr>
            <p:cNvPicPr>
              <a:picLocks noChangeAspect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9907"/>
            <a:stretch>
              <a:fillRect/>
            </a:stretch>
          </p:blipFill>
          <p:spPr bwMode="auto">
            <a:xfrm>
              <a:off x="6999953" y="3088216"/>
              <a:ext cx="3864677" cy="280088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0" name="CaixaDeTexto 9">
              <a:extLst>
                <a:ext uri="{FF2B5EF4-FFF2-40B4-BE49-F238E27FC236}">
                  <a16:creationId xmlns:a16="http://schemas.microsoft.com/office/drawing/2014/main" id="{06D65F49-D401-8959-ACC1-1843A3FA5274}"/>
                </a:ext>
              </a:extLst>
            </p:cNvPr>
            <p:cNvSpPr txBox="1"/>
            <p:nvPr/>
          </p:nvSpPr>
          <p:spPr>
            <a:xfrm>
              <a:off x="7352378" y="5890680"/>
              <a:ext cx="2529553" cy="21544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pt-BR" sz="800" dirty="0">
                  <a:effectLst/>
                  <a:latin typeface="Arial" panose="020B0604020202020204" pitchFamily="34" charset="0"/>
                  <a:ea typeface="Calibri" panose="020F0502020204030204" pitchFamily="34" charset="0"/>
                </a:rPr>
                <a:t>Fonte: Advantage </a:t>
              </a:r>
              <a:r>
                <a:rPr lang="pt-BR" sz="800" dirty="0" err="1">
                  <a:effectLst/>
                  <a:latin typeface="Arial" panose="020B0604020202020204" pitchFamily="34" charset="0"/>
                  <a:ea typeface="Calibri" panose="020F0502020204030204" pitchFamily="34" charset="0"/>
                </a:rPr>
                <a:t>Component</a:t>
              </a:r>
              <a:r>
                <a:rPr lang="pt-BR" sz="800" dirty="0">
                  <a:effectLst/>
                  <a:latin typeface="Arial" panose="020B0604020202020204" pitchFamily="34" charset="0"/>
                  <a:ea typeface="Calibri" panose="020F0502020204030204" pitchFamily="34" charset="0"/>
                </a:rPr>
                <a:t> </a:t>
              </a:r>
              <a:r>
                <a:rPr lang="pt-BR" sz="800" dirty="0" err="1">
                  <a:effectLst/>
                  <a:latin typeface="Arial" panose="020B0604020202020204" pitchFamily="34" charset="0"/>
                  <a:ea typeface="Calibri" panose="020F0502020204030204" pitchFamily="34" charset="0"/>
                </a:rPr>
                <a:t>Company</a:t>
              </a:r>
              <a:r>
                <a:rPr lang="pt-BR" sz="800" dirty="0">
                  <a:effectLst/>
                  <a:latin typeface="Arial" panose="020B0604020202020204" pitchFamily="34" charset="0"/>
                  <a:ea typeface="Calibri" panose="020F0502020204030204" pitchFamily="34" charset="0"/>
                </a:rPr>
                <a:t> (2025).</a:t>
              </a:r>
              <a:endParaRPr lang="pt-BR" sz="800" dirty="0"/>
            </a:p>
          </p:txBody>
        </p:sp>
      </p:grpSp>
      <p:grpSp>
        <p:nvGrpSpPr>
          <p:cNvPr id="37" name="Agrupar 36">
            <a:extLst>
              <a:ext uri="{FF2B5EF4-FFF2-40B4-BE49-F238E27FC236}">
                <a16:creationId xmlns:a16="http://schemas.microsoft.com/office/drawing/2014/main" id="{8294444D-1103-3067-3837-42B5708820D8}"/>
              </a:ext>
            </a:extLst>
          </p:cNvPr>
          <p:cNvGrpSpPr/>
          <p:nvPr/>
        </p:nvGrpSpPr>
        <p:grpSpPr>
          <a:xfrm>
            <a:off x="10948165" y="3340537"/>
            <a:ext cx="720000" cy="1003657"/>
            <a:chOff x="10993800" y="4054735"/>
            <a:chExt cx="720000" cy="1003657"/>
          </a:xfrm>
        </p:grpSpPr>
        <p:pic>
          <p:nvPicPr>
            <p:cNvPr id="17" name="Gráfico 16" descr="Files Vector SVG Icon - SVG Repo">
              <a:extLst>
                <a:ext uri="{FF2B5EF4-FFF2-40B4-BE49-F238E27FC236}">
                  <a16:creationId xmlns:a16="http://schemas.microsoft.com/office/drawing/2014/main" id="{3E8F8F51-D73A-2FA0-BE4F-3C3E390AB829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duotone>
                <a:schemeClr val="accent3">
                  <a:shade val="45000"/>
                  <a:satMod val="135000"/>
                </a:schemeClr>
                <a:prstClr val="white"/>
              </a:duotone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10993800" y="4054735"/>
              <a:ext cx="720000" cy="720000"/>
            </a:xfrm>
            <a:prstGeom prst="rect">
              <a:avLst/>
            </a:prstGeom>
          </p:spPr>
        </p:pic>
        <p:sp>
          <p:nvSpPr>
            <p:cNvPr id="26" name="CaixaDeTexto 25">
              <a:extLst>
                <a:ext uri="{FF2B5EF4-FFF2-40B4-BE49-F238E27FC236}">
                  <a16:creationId xmlns:a16="http://schemas.microsoft.com/office/drawing/2014/main" id="{851661AC-8478-4EDE-BC97-74E4CCB9F816}"/>
                </a:ext>
              </a:extLst>
            </p:cNvPr>
            <p:cNvSpPr txBox="1"/>
            <p:nvPr/>
          </p:nvSpPr>
          <p:spPr>
            <a:xfrm>
              <a:off x="11047466" y="4812171"/>
              <a:ext cx="612668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sz="1000" i="1" dirty="0" err="1"/>
                <a:t>holidays</a:t>
              </a:r>
              <a:endParaRPr lang="pt-BR" sz="1000" i="1" dirty="0"/>
            </a:p>
          </p:txBody>
        </p:sp>
      </p:grpSp>
      <p:grpSp>
        <p:nvGrpSpPr>
          <p:cNvPr id="36" name="Agrupar 35">
            <a:extLst>
              <a:ext uri="{FF2B5EF4-FFF2-40B4-BE49-F238E27FC236}">
                <a16:creationId xmlns:a16="http://schemas.microsoft.com/office/drawing/2014/main" id="{DA13EAED-4CE7-B3D8-DADD-5A9304BA646F}"/>
              </a:ext>
            </a:extLst>
          </p:cNvPr>
          <p:cNvGrpSpPr/>
          <p:nvPr/>
        </p:nvGrpSpPr>
        <p:grpSpPr>
          <a:xfrm>
            <a:off x="9687032" y="1689462"/>
            <a:ext cx="2026768" cy="720000"/>
            <a:chOff x="9687032" y="1689462"/>
            <a:chExt cx="2026768" cy="720000"/>
          </a:xfrm>
        </p:grpSpPr>
        <p:pic>
          <p:nvPicPr>
            <p:cNvPr id="16" name="Gráfico 15" descr="Files Vector SVG Icon - SVG Repo">
              <a:extLst>
                <a:ext uri="{FF2B5EF4-FFF2-40B4-BE49-F238E27FC236}">
                  <a16:creationId xmlns:a16="http://schemas.microsoft.com/office/drawing/2014/main" id="{C9AC3AD9-D30E-BDAF-AF56-FFA3A88C6C93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duotone>
                <a:schemeClr val="accent3">
                  <a:shade val="45000"/>
                  <a:satMod val="135000"/>
                </a:schemeClr>
                <a:prstClr val="white"/>
              </a:duotone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10993800" y="1689462"/>
              <a:ext cx="720000" cy="720000"/>
            </a:xfrm>
            <a:prstGeom prst="rect">
              <a:avLst/>
            </a:prstGeom>
          </p:spPr>
        </p:pic>
        <p:sp>
          <p:nvSpPr>
            <p:cNvPr id="29" name="CaixaDeTexto 28">
              <a:extLst>
                <a:ext uri="{FF2B5EF4-FFF2-40B4-BE49-F238E27FC236}">
                  <a16:creationId xmlns:a16="http://schemas.microsoft.com/office/drawing/2014/main" id="{44A0AAF9-B338-0233-2660-8C1D830F9E32}"/>
                </a:ext>
              </a:extLst>
            </p:cNvPr>
            <p:cNvSpPr txBox="1"/>
            <p:nvPr/>
          </p:nvSpPr>
          <p:spPr>
            <a:xfrm>
              <a:off x="9687032" y="1926351"/>
              <a:ext cx="1306768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sz="1000" i="1" dirty="0" err="1"/>
                <a:t>customization_length</a:t>
              </a:r>
              <a:endParaRPr lang="pt-BR" sz="1000" i="1" dirty="0"/>
            </a:p>
          </p:txBody>
        </p:sp>
      </p:grpSp>
      <p:grpSp>
        <p:nvGrpSpPr>
          <p:cNvPr id="38" name="Agrupar 37">
            <a:extLst>
              <a:ext uri="{FF2B5EF4-FFF2-40B4-BE49-F238E27FC236}">
                <a16:creationId xmlns:a16="http://schemas.microsoft.com/office/drawing/2014/main" id="{AB31DA1F-4549-4D8E-0D36-42814CDC62FB}"/>
              </a:ext>
            </a:extLst>
          </p:cNvPr>
          <p:cNvGrpSpPr/>
          <p:nvPr/>
        </p:nvGrpSpPr>
        <p:grpSpPr>
          <a:xfrm>
            <a:off x="6936150" y="5328652"/>
            <a:ext cx="1966348" cy="720000"/>
            <a:chOff x="9073558" y="5531978"/>
            <a:chExt cx="1966348" cy="720000"/>
          </a:xfrm>
        </p:grpSpPr>
        <p:pic>
          <p:nvPicPr>
            <p:cNvPr id="19" name="Gráfico 18" descr="Files Vector SVG Icon - SVG Repo">
              <a:extLst>
                <a:ext uri="{FF2B5EF4-FFF2-40B4-BE49-F238E27FC236}">
                  <a16:creationId xmlns:a16="http://schemas.microsoft.com/office/drawing/2014/main" id="{C9295891-1A77-61F5-52C8-C6C6722D42F5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duotone>
                <a:schemeClr val="accent3">
                  <a:shade val="45000"/>
                  <a:satMod val="135000"/>
                </a:schemeClr>
                <a:prstClr val="white"/>
              </a:duotone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9073558" y="5531978"/>
              <a:ext cx="720000" cy="720000"/>
            </a:xfrm>
            <a:prstGeom prst="rect">
              <a:avLst/>
            </a:prstGeom>
          </p:spPr>
        </p:pic>
        <p:sp>
          <p:nvSpPr>
            <p:cNvPr id="31" name="CaixaDeTexto 30">
              <a:extLst>
                <a:ext uri="{FF2B5EF4-FFF2-40B4-BE49-F238E27FC236}">
                  <a16:creationId xmlns:a16="http://schemas.microsoft.com/office/drawing/2014/main" id="{756DFA70-7BEE-1E35-520F-D1BD907A165A}"/>
                </a:ext>
              </a:extLst>
            </p:cNvPr>
            <p:cNvSpPr txBox="1"/>
            <p:nvPr/>
          </p:nvSpPr>
          <p:spPr>
            <a:xfrm>
              <a:off x="9755580" y="5768867"/>
              <a:ext cx="1284326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sz="1000" i="1" dirty="0" err="1"/>
                <a:t>deliverable_structure</a:t>
              </a:r>
              <a:endParaRPr lang="pt-BR" sz="1000" i="1" dirty="0"/>
            </a:p>
          </p:txBody>
        </p:sp>
      </p:grpSp>
      <p:grpSp>
        <p:nvGrpSpPr>
          <p:cNvPr id="40" name="Agrupar 39">
            <a:extLst>
              <a:ext uri="{FF2B5EF4-FFF2-40B4-BE49-F238E27FC236}">
                <a16:creationId xmlns:a16="http://schemas.microsoft.com/office/drawing/2014/main" id="{D1920850-D129-5FDB-5DB0-4B2430570673}"/>
              </a:ext>
            </a:extLst>
          </p:cNvPr>
          <p:cNvGrpSpPr/>
          <p:nvPr/>
        </p:nvGrpSpPr>
        <p:grpSpPr>
          <a:xfrm>
            <a:off x="6350092" y="2329081"/>
            <a:ext cx="1172116" cy="962239"/>
            <a:chOff x="6350092" y="2329081"/>
            <a:chExt cx="1172116" cy="962239"/>
          </a:xfrm>
        </p:grpSpPr>
        <p:sp>
          <p:nvSpPr>
            <p:cNvPr id="33" name="CaixaDeTexto 32">
              <a:extLst>
                <a:ext uri="{FF2B5EF4-FFF2-40B4-BE49-F238E27FC236}">
                  <a16:creationId xmlns:a16="http://schemas.microsoft.com/office/drawing/2014/main" id="{39605AAB-9679-9193-B48E-D43497CE8FE7}"/>
                </a:ext>
              </a:extLst>
            </p:cNvPr>
            <p:cNvSpPr txBox="1"/>
            <p:nvPr/>
          </p:nvSpPr>
          <p:spPr>
            <a:xfrm>
              <a:off x="6350092" y="3045099"/>
              <a:ext cx="1172116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sz="1000" i="1" dirty="0" err="1"/>
                <a:t>project_config.json</a:t>
              </a:r>
              <a:endParaRPr lang="pt-BR" sz="1000" i="1" dirty="0"/>
            </a:p>
          </p:txBody>
        </p:sp>
        <p:pic>
          <p:nvPicPr>
            <p:cNvPr id="35" name="Gráfico 34" descr="Files Vector SVG Icon - SVG Repo">
              <a:extLst>
                <a:ext uri="{FF2B5EF4-FFF2-40B4-BE49-F238E27FC236}">
                  <a16:creationId xmlns:a16="http://schemas.microsoft.com/office/drawing/2014/main" id="{5278FEBB-1013-4DB9-183B-E7D2DAE22A79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duotone>
                <a:schemeClr val="accent3">
                  <a:shade val="45000"/>
                  <a:satMod val="135000"/>
                </a:schemeClr>
                <a:prstClr val="white"/>
              </a:duotone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6576150" y="2329081"/>
              <a:ext cx="720000" cy="720000"/>
            </a:xfrm>
            <a:prstGeom prst="rect">
              <a:avLst/>
            </a:prstGeom>
          </p:spPr>
        </p:pic>
      </p:grpSp>
      <p:cxnSp>
        <p:nvCxnSpPr>
          <p:cNvPr id="42" name="Conector de Seta Reta 41">
            <a:extLst>
              <a:ext uri="{FF2B5EF4-FFF2-40B4-BE49-F238E27FC236}">
                <a16:creationId xmlns:a16="http://schemas.microsoft.com/office/drawing/2014/main" id="{98030FBF-6B94-2D10-B6CD-01C7D6FBE526}"/>
              </a:ext>
            </a:extLst>
          </p:cNvPr>
          <p:cNvCxnSpPr>
            <a:cxnSpLocks/>
            <a:stCxn id="33" idx="2"/>
            <a:endCxn id="19" idx="0"/>
          </p:cNvCxnSpPr>
          <p:nvPr/>
        </p:nvCxnSpPr>
        <p:spPr>
          <a:xfrm>
            <a:off x="6936150" y="3291320"/>
            <a:ext cx="360000" cy="2037332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Conector de Seta Reta 43">
            <a:extLst>
              <a:ext uri="{FF2B5EF4-FFF2-40B4-BE49-F238E27FC236}">
                <a16:creationId xmlns:a16="http://schemas.microsoft.com/office/drawing/2014/main" id="{67ECF21C-3326-7551-9E55-C72A5F54BF34}"/>
              </a:ext>
            </a:extLst>
          </p:cNvPr>
          <p:cNvCxnSpPr>
            <a:cxnSpLocks/>
            <a:stCxn id="19" idx="0"/>
            <a:endCxn id="16" idx="2"/>
          </p:cNvCxnSpPr>
          <p:nvPr/>
        </p:nvCxnSpPr>
        <p:spPr>
          <a:xfrm flipV="1">
            <a:off x="7296150" y="2409462"/>
            <a:ext cx="4057650" cy="2919190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Conector de Seta Reta 49">
            <a:extLst>
              <a:ext uri="{FF2B5EF4-FFF2-40B4-BE49-F238E27FC236}">
                <a16:creationId xmlns:a16="http://schemas.microsoft.com/office/drawing/2014/main" id="{C934B912-3C61-ADA7-4EB5-29A1230F0097}"/>
              </a:ext>
            </a:extLst>
          </p:cNvPr>
          <p:cNvCxnSpPr>
            <a:cxnSpLocks/>
            <a:stCxn id="16" idx="2"/>
            <a:endCxn id="17" idx="0"/>
          </p:cNvCxnSpPr>
          <p:nvPr/>
        </p:nvCxnSpPr>
        <p:spPr>
          <a:xfrm flipH="1">
            <a:off x="11308165" y="2409462"/>
            <a:ext cx="45635" cy="931075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Conector de Seta Reta 52">
            <a:extLst>
              <a:ext uri="{FF2B5EF4-FFF2-40B4-BE49-F238E27FC236}">
                <a16:creationId xmlns:a16="http://schemas.microsoft.com/office/drawing/2014/main" id="{E6FC3F18-3535-3A59-72E5-D87F8433104D}"/>
              </a:ext>
            </a:extLst>
          </p:cNvPr>
          <p:cNvCxnSpPr>
            <a:cxnSpLocks/>
            <a:stCxn id="26" idx="2"/>
            <a:endCxn id="59" idx="0"/>
          </p:cNvCxnSpPr>
          <p:nvPr/>
        </p:nvCxnSpPr>
        <p:spPr>
          <a:xfrm flipH="1">
            <a:off x="10944924" y="4344194"/>
            <a:ext cx="363241" cy="628440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57" name="Agrupar 56">
            <a:extLst>
              <a:ext uri="{FF2B5EF4-FFF2-40B4-BE49-F238E27FC236}">
                <a16:creationId xmlns:a16="http://schemas.microsoft.com/office/drawing/2014/main" id="{A4119DE1-99D8-CBFF-C0CA-E1B0F86E687C}"/>
              </a:ext>
            </a:extLst>
          </p:cNvPr>
          <p:cNvGrpSpPr/>
          <p:nvPr/>
        </p:nvGrpSpPr>
        <p:grpSpPr>
          <a:xfrm>
            <a:off x="10358866" y="4972634"/>
            <a:ext cx="1285929" cy="962239"/>
            <a:chOff x="6350092" y="2329081"/>
            <a:chExt cx="1285929" cy="962239"/>
          </a:xfrm>
        </p:grpSpPr>
        <p:sp>
          <p:nvSpPr>
            <p:cNvPr id="58" name="CaixaDeTexto 57">
              <a:extLst>
                <a:ext uri="{FF2B5EF4-FFF2-40B4-BE49-F238E27FC236}">
                  <a16:creationId xmlns:a16="http://schemas.microsoft.com/office/drawing/2014/main" id="{2B871E9B-4A98-0DA0-39D0-1BEAFA6EE1B4}"/>
                </a:ext>
              </a:extLst>
            </p:cNvPr>
            <p:cNvSpPr txBox="1"/>
            <p:nvPr/>
          </p:nvSpPr>
          <p:spPr>
            <a:xfrm>
              <a:off x="6350092" y="3045099"/>
              <a:ext cx="1285929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sz="1000" i="1" dirty="0" err="1"/>
                <a:t>tailored_chronogram</a:t>
              </a:r>
              <a:endParaRPr lang="pt-BR" sz="1000" i="1" dirty="0"/>
            </a:p>
          </p:txBody>
        </p:sp>
        <p:pic>
          <p:nvPicPr>
            <p:cNvPr id="59" name="Gráfico 58" descr="Files Vector SVG Icon - SVG Repo">
              <a:extLst>
                <a:ext uri="{FF2B5EF4-FFF2-40B4-BE49-F238E27FC236}">
                  <a16:creationId xmlns:a16="http://schemas.microsoft.com/office/drawing/2014/main" id="{B0B81544-CC2E-CAF5-546D-209AFCB9ED99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duotone>
                <a:schemeClr val="accent6">
                  <a:shade val="45000"/>
                  <a:satMod val="135000"/>
                </a:schemeClr>
                <a:prstClr val="white"/>
              </a:duotone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6576150" y="2329081"/>
              <a:ext cx="720000" cy="720000"/>
            </a:xfrm>
            <a:prstGeom prst="rect">
              <a:avLst/>
            </a:prstGeom>
          </p:spPr>
        </p:pic>
      </p:grpSp>
      <p:cxnSp>
        <p:nvCxnSpPr>
          <p:cNvPr id="61" name="Conector de Seta Reta 60">
            <a:extLst>
              <a:ext uri="{FF2B5EF4-FFF2-40B4-BE49-F238E27FC236}">
                <a16:creationId xmlns:a16="http://schemas.microsoft.com/office/drawing/2014/main" id="{25673C1F-370E-1C49-F372-C16F40377C25}"/>
              </a:ext>
            </a:extLst>
          </p:cNvPr>
          <p:cNvCxnSpPr>
            <a:cxnSpLocks/>
            <a:stCxn id="59" idx="0"/>
            <a:endCxn id="35" idx="3"/>
          </p:cNvCxnSpPr>
          <p:nvPr/>
        </p:nvCxnSpPr>
        <p:spPr>
          <a:xfrm flipH="1" flipV="1">
            <a:off x="7296150" y="2689081"/>
            <a:ext cx="3648774" cy="2283553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0284765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41A954-0132-F78D-0859-B159A6F979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198A8C7-98CE-2F79-2D37-5625260766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RESULTADOS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8AC4FC7D-1A8B-BF83-94AF-8301AAA6705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825625"/>
            <a:ext cx="5100685" cy="4351338"/>
          </a:xfrm>
        </p:spPr>
        <p:txBody>
          <a:bodyPr/>
          <a:lstStyle/>
          <a:p>
            <a:pPr>
              <a:buFont typeface="Wingdings" panose="05000000000000000000" pitchFamily="2" charset="2"/>
              <a:buChar char="§"/>
            </a:pPr>
            <a:r>
              <a:rPr lang="pt-BR" dirty="0"/>
              <a:t>Fluxo da informação</a:t>
            </a:r>
          </a:p>
          <a:p>
            <a:pPr>
              <a:buFont typeface="Wingdings" panose="05000000000000000000" pitchFamily="2" charset="2"/>
              <a:buChar char="§"/>
            </a:pPr>
            <a:endParaRPr lang="pt-BR" dirty="0"/>
          </a:p>
        </p:txBody>
      </p:sp>
      <p:pic>
        <p:nvPicPr>
          <p:cNvPr id="6" name="Imagem 5">
            <a:extLst>
              <a:ext uri="{FF2B5EF4-FFF2-40B4-BE49-F238E27FC236}">
                <a16:creationId xmlns:a16="http://schemas.microsoft.com/office/drawing/2014/main" id="{7DD18818-F97B-D7B6-7C47-26097D73FE0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458" t="71631" r="38477" b="24916"/>
          <a:stretch>
            <a:fillRect/>
          </a:stretch>
        </p:blipFill>
        <p:spPr>
          <a:xfrm>
            <a:off x="1" y="1326022"/>
            <a:ext cx="7745506" cy="364666"/>
          </a:xfrm>
          <a:prstGeom prst="rect">
            <a:avLst/>
          </a:prstGeom>
        </p:spPr>
      </p:pic>
      <p:sp>
        <p:nvSpPr>
          <p:cNvPr id="8" name="CaixaDeTexto 7">
            <a:extLst>
              <a:ext uri="{FF2B5EF4-FFF2-40B4-BE49-F238E27FC236}">
                <a16:creationId xmlns:a16="http://schemas.microsoft.com/office/drawing/2014/main" id="{BE371D34-4BFE-6806-90CA-DDC756444927}"/>
              </a:ext>
            </a:extLst>
          </p:cNvPr>
          <p:cNvSpPr txBox="1"/>
          <p:nvPr/>
        </p:nvSpPr>
        <p:spPr>
          <a:xfrm>
            <a:off x="838200" y="1321356"/>
            <a:ext cx="540244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>
                <a:solidFill>
                  <a:schemeClr val="bg2"/>
                </a:solidFill>
              </a:rPr>
              <a:t>DESENVOLVIMENTO DO ARTEFATO E GESTÃO DE RISCOS</a:t>
            </a:r>
          </a:p>
        </p:txBody>
      </p:sp>
      <p:pic>
        <p:nvPicPr>
          <p:cNvPr id="22" name="Imagem 21">
            <a:extLst>
              <a:ext uri="{FF2B5EF4-FFF2-40B4-BE49-F238E27FC236}">
                <a16:creationId xmlns:a16="http://schemas.microsoft.com/office/drawing/2014/main" id="{241D2B61-4656-D51B-4077-C752632B412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8664"/>
          <a:stretch>
            <a:fillRect/>
          </a:stretch>
        </p:blipFill>
        <p:spPr>
          <a:xfrm>
            <a:off x="2121031" y="2327652"/>
            <a:ext cx="6074660" cy="4010639"/>
          </a:xfrm>
          <a:prstGeom prst="rect">
            <a:avLst/>
          </a:prstGeom>
        </p:spPr>
      </p:pic>
      <p:pic>
        <p:nvPicPr>
          <p:cNvPr id="27" name="Imagem 26">
            <a:extLst>
              <a:ext uri="{FF2B5EF4-FFF2-40B4-BE49-F238E27FC236}">
                <a16:creationId xmlns:a16="http://schemas.microsoft.com/office/drawing/2014/main" id="{4247340C-C62D-3E93-A53A-058FC3B03FE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895761" y="2703136"/>
            <a:ext cx="2609850" cy="3124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5117039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DD84DB-DAB7-4BB9-BBC1-7A04383B07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3DAECF8-1F1E-2904-F7B6-1A14095F7F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RESULTADOS</a:t>
            </a:r>
          </a:p>
        </p:txBody>
      </p:sp>
      <p:pic>
        <p:nvPicPr>
          <p:cNvPr id="9" name="Imagem 8">
            <a:extLst>
              <a:ext uri="{FF2B5EF4-FFF2-40B4-BE49-F238E27FC236}">
                <a16:creationId xmlns:a16="http://schemas.microsoft.com/office/drawing/2014/main" id="{8A93E4AA-9D0B-948B-337C-BF210FBE165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458" t="71631" r="38477" b="24916"/>
          <a:stretch>
            <a:fillRect/>
          </a:stretch>
        </p:blipFill>
        <p:spPr>
          <a:xfrm>
            <a:off x="1" y="1326022"/>
            <a:ext cx="7745506" cy="364666"/>
          </a:xfrm>
          <a:prstGeom prst="rect">
            <a:avLst/>
          </a:prstGeom>
        </p:spPr>
      </p:pic>
      <p:sp>
        <p:nvSpPr>
          <p:cNvPr id="11" name="CaixaDeTexto 10">
            <a:extLst>
              <a:ext uri="{FF2B5EF4-FFF2-40B4-BE49-F238E27FC236}">
                <a16:creationId xmlns:a16="http://schemas.microsoft.com/office/drawing/2014/main" id="{22E88A25-BB48-B4D8-E368-44C0C722AF35}"/>
              </a:ext>
            </a:extLst>
          </p:cNvPr>
          <p:cNvSpPr txBox="1"/>
          <p:nvPr/>
        </p:nvSpPr>
        <p:spPr>
          <a:xfrm>
            <a:off x="838200" y="1321356"/>
            <a:ext cx="53590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>
                <a:solidFill>
                  <a:schemeClr val="bg2"/>
                </a:solidFill>
              </a:rPr>
              <a:t>ANÁLISE DE DESEMPENHO E SIMULAÇÃO DE CENÁRIOS</a:t>
            </a:r>
          </a:p>
        </p:txBody>
      </p:sp>
      <p:pic>
        <p:nvPicPr>
          <p:cNvPr id="23" name="Imagem 22">
            <a:extLst>
              <a:ext uri="{FF2B5EF4-FFF2-40B4-BE49-F238E27FC236}">
                <a16:creationId xmlns:a16="http://schemas.microsoft.com/office/drawing/2014/main" id="{4F105EB1-8129-4910-C471-F7556C6772E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37" b="4244"/>
          <a:stretch>
            <a:fillRect/>
          </a:stretch>
        </p:blipFill>
        <p:spPr>
          <a:xfrm>
            <a:off x="3506182" y="1891642"/>
            <a:ext cx="3007760" cy="4437406"/>
          </a:xfrm>
          <a:prstGeom prst="rect">
            <a:avLst/>
          </a:prstGeom>
        </p:spPr>
      </p:pic>
      <p:pic>
        <p:nvPicPr>
          <p:cNvPr id="5" name="Imagem 4">
            <a:extLst>
              <a:ext uri="{FF2B5EF4-FFF2-40B4-BE49-F238E27FC236}">
                <a16:creationId xmlns:a16="http://schemas.microsoft.com/office/drawing/2014/main" id="{20FBE502-C151-463A-6CDA-B57173780AE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6200000">
            <a:off x="4941046" y="3638470"/>
            <a:ext cx="4638780" cy="886193"/>
          </a:xfrm>
          <a:prstGeom prst="rect">
            <a:avLst/>
          </a:prstGeom>
        </p:spPr>
      </p:pic>
      <p:pic>
        <p:nvPicPr>
          <p:cNvPr id="25" name="Imagem 24">
            <a:extLst>
              <a:ext uri="{FF2B5EF4-FFF2-40B4-BE49-F238E27FC236}">
                <a16:creationId xmlns:a16="http://schemas.microsoft.com/office/drawing/2014/main" id="{C45BF477-B1C8-BBEC-F70B-1ACA0DA9A194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r="27191"/>
          <a:stretch>
            <a:fillRect/>
          </a:stretch>
        </p:blipFill>
        <p:spPr>
          <a:xfrm rot="16200000">
            <a:off x="7982037" y="2149508"/>
            <a:ext cx="4316748" cy="3616602"/>
          </a:xfrm>
          <a:prstGeom prst="rect">
            <a:avLst/>
          </a:prstGeom>
          <a:ln w="28575">
            <a:solidFill>
              <a:schemeClr val="accent1"/>
            </a:solidFill>
          </a:ln>
        </p:spPr>
      </p:pic>
      <p:sp>
        <p:nvSpPr>
          <p:cNvPr id="26" name="Retângulo 25">
            <a:extLst>
              <a:ext uri="{FF2B5EF4-FFF2-40B4-BE49-F238E27FC236}">
                <a16:creationId xmlns:a16="http://schemas.microsoft.com/office/drawing/2014/main" id="{5CF6CADD-C113-BF76-4690-EF5F02CC9C1C}"/>
              </a:ext>
            </a:extLst>
          </p:cNvPr>
          <p:cNvSpPr/>
          <p:nvPr/>
        </p:nvSpPr>
        <p:spPr>
          <a:xfrm>
            <a:off x="6580209" y="3738445"/>
            <a:ext cx="1264024" cy="1048871"/>
          </a:xfrm>
          <a:prstGeom prst="rect">
            <a:avLst/>
          </a:prstGeom>
          <a:noFill/>
          <a:ln w="28575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cxnSp>
        <p:nvCxnSpPr>
          <p:cNvPr id="30" name="Conector: Angulado 29">
            <a:extLst>
              <a:ext uri="{FF2B5EF4-FFF2-40B4-BE49-F238E27FC236}">
                <a16:creationId xmlns:a16="http://schemas.microsoft.com/office/drawing/2014/main" id="{83CB8A7F-FA98-3DA6-8C61-BB000BB27916}"/>
              </a:ext>
            </a:extLst>
          </p:cNvPr>
          <p:cNvCxnSpPr>
            <a:cxnSpLocks/>
            <a:stCxn id="26" idx="3"/>
            <a:endCxn id="25" idx="0"/>
          </p:cNvCxnSpPr>
          <p:nvPr/>
        </p:nvCxnSpPr>
        <p:spPr>
          <a:xfrm flipV="1">
            <a:off x="7844233" y="3957809"/>
            <a:ext cx="487877" cy="305072"/>
          </a:xfrm>
          <a:prstGeom prst="bentConnector3">
            <a:avLst>
              <a:gd name="adj1" fmla="val 50000"/>
            </a:avLst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" name="Imagem 6">
            <a:extLst>
              <a:ext uri="{FF2B5EF4-FFF2-40B4-BE49-F238E27FC236}">
                <a16:creationId xmlns:a16="http://schemas.microsoft.com/office/drawing/2014/main" id="{0534CC32-C3E2-A55F-71C4-D9153492EF4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38200" y="2646919"/>
            <a:ext cx="2746806" cy="27468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098531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" grpId="0" animBg="1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BB05A5-EA11-8B2B-0A6C-02E9C7D3AC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BB7BB7B-7129-2B3A-B879-E04F23AF96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RESULTADOS</a:t>
            </a:r>
          </a:p>
        </p:txBody>
      </p:sp>
      <p:pic>
        <p:nvPicPr>
          <p:cNvPr id="9" name="Imagem 8">
            <a:extLst>
              <a:ext uri="{FF2B5EF4-FFF2-40B4-BE49-F238E27FC236}">
                <a16:creationId xmlns:a16="http://schemas.microsoft.com/office/drawing/2014/main" id="{5E9767D1-8322-3034-5358-949767DF6216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458" t="71631" r="38477" b="24916"/>
          <a:stretch>
            <a:fillRect/>
          </a:stretch>
        </p:blipFill>
        <p:spPr>
          <a:xfrm>
            <a:off x="1" y="1326022"/>
            <a:ext cx="7745506" cy="364666"/>
          </a:xfrm>
          <a:prstGeom prst="rect">
            <a:avLst/>
          </a:prstGeom>
        </p:spPr>
      </p:pic>
      <p:sp>
        <p:nvSpPr>
          <p:cNvPr id="11" name="CaixaDeTexto 10">
            <a:extLst>
              <a:ext uri="{FF2B5EF4-FFF2-40B4-BE49-F238E27FC236}">
                <a16:creationId xmlns:a16="http://schemas.microsoft.com/office/drawing/2014/main" id="{2F9A3CC2-C2E3-E364-C386-72D520F782F6}"/>
              </a:ext>
            </a:extLst>
          </p:cNvPr>
          <p:cNvSpPr txBox="1"/>
          <p:nvPr/>
        </p:nvSpPr>
        <p:spPr>
          <a:xfrm>
            <a:off x="838200" y="1321356"/>
            <a:ext cx="53590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>
                <a:solidFill>
                  <a:schemeClr val="bg2"/>
                </a:solidFill>
              </a:rPr>
              <a:t>ANÁLISE DE DESEMPENHO E SIMULAÇÃO DE CENÁRIOS</a:t>
            </a:r>
          </a:p>
        </p:txBody>
      </p:sp>
      <p:pic>
        <p:nvPicPr>
          <p:cNvPr id="3" name="Espaço Reservado para Conteúdo 4">
            <a:extLst>
              <a:ext uri="{FF2B5EF4-FFF2-40B4-BE49-F238E27FC236}">
                <a16:creationId xmlns:a16="http://schemas.microsoft.com/office/drawing/2014/main" id="{F80AF910-C1C8-2205-B981-67E4C3C7902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3"/>
          <a:srcRect r="81373"/>
          <a:stretch>
            <a:fillRect/>
          </a:stretch>
        </p:blipFill>
        <p:spPr bwMode="auto">
          <a:xfrm>
            <a:off x="3961684" y="2868308"/>
            <a:ext cx="7567646" cy="249488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" name="Imagem 9">
            <a:extLst>
              <a:ext uri="{FF2B5EF4-FFF2-40B4-BE49-F238E27FC236}">
                <a16:creationId xmlns:a16="http://schemas.microsoft.com/office/drawing/2014/main" id="{C4A11051-4510-0666-CAC2-7D3A6A2B021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8200" y="2646919"/>
            <a:ext cx="2746806" cy="27468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579151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5F02AC-FD64-6249-8F31-589299E584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C211036-6C05-EAF5-CFC6-14E1622FE4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RESULTADOS</a:t>
            </a:r>
          </a:p>
        </p:txBody>
      </p:sp>
      <p:pic>
        <p:nvPicPr>
          <p:cNvPr id="9" name="Imagem 8">
            <a:extLst>
              <a:ext uri="{FF2B5EF4-FFF2-40B4-BE49-F238E27FC236}">
                <a16:creationId xmlns:a16="http://schemas.microsoft.com/office/drawing/2014/main" id="{C7E25564-52CD-86E2-11F5-28F5E75D41F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458" t="71631" r="38477" b="24916"/>
          <a:stretch>
            <a:fillRect/>
          </a:stretch>
        </p:blipFill>
        <p:spPr>
          <a:xfrm>
            <a:off x="1" y="1326022"/>
            <a:ext cx="7745506" cy="364666"/>
          </a:xfrm>
          <a:prstGeom prst="rect">
            <a:avLst/>
          </a:prstGeom>
        </p:spPr>
      </p:pic>
      <p:sp>
        <p:nvSpPr>
          <p:cNvPr id="11" name="CaixaDeTexto 10">
            <a:extLst>
              <a:ext uri="{FF2B5EF4-FFF2-40B4-BE49-F238E27FC236}">
                <a16:creationId xmlns:a16="http://schemas.microsoft.com/office/drawing/2014/main" id="{AF3BFF10-EF38-0403-4B97-C0A37F36A8E3}"/>
              </a:ext>
            </a:extLst>
          </p:cNvPr>
          <p:cNvSpPr txBox="1"/>
          <p:nvPr/>
        </p:nvSpPr>
        <p:spPr>
          <a:xfrm>
            <a:off x="838200" y="1321356"/>
            <a:ext cx="53590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>
                <a:solidFill>
                  <a:schemeClr val="bg2"/>
                </a:solidFill>
              </a:rPr>
              <a:t>ANÁLISE DE DESEMPENHO E SIMULAÇÃO DE CENÁRIOS</a:t>
            </a:r>
          </a:p>
        </p:txBody>
      </p:sp>
      <p:pic>
        <p:nvPicPr>
          <p:cNvPr id="7" name="Imagem 6">
            <a:extLst>
              <a:ext uri="{FF2B5EF4-FFF2-40B4-BE49-F238E27FC236}">
                <a16:creationId xmlns:a16="http://schemas.microsoft.com/office/drawing/2014/main" id="{5D7F9243-8B5F-3AE8-9749-9766FB45D0A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77335" y="2011656"/>
            <a:ext cx="7920000" cy="4017332"/>
          </a:xfrm>
          <a:prstGeom prst="rect">
            <a:avLst/>
          </a:prstGeom>
        </p:spPr>
      </p:pic>
      <p:pic>
        <p:nvPicPr>
          <p:cNvPr id="12" name="Imagem 11">
            <a:extLst>
              <a:ext uri="{FF2B5EF4-FFF2-40B4-BE49-F238E27FC236}">
                <a16:creationId xmlns:a16="http://schemas.microsoft.com/office/drawing/2014/main" id="{FFDEE9C1-F6CB-6440-5B12-F0FA797D792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8200" y="2646919"/>
            <a:ext cx="2746806" cy="27468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79650339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C93E8D-6498-27CC-E2F4-059EB30C27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AF6DDDB-107C-DC27-1FEE-EA34FA2D06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RESULTADOS</a:t>
            </a:r>
          </a:p>
        </p:txBody>
      </p:sp>
      <p:pic>
        <p:nvPicPr>
          <p:cNvPr id="9" name="Imagem 8">
            <a:extLst>
              <a:ext uri="{FF2B5EF4-FFF2-40B4-BE49-F238E27FC236}">
                <a16:creationId xmlns:a16="http://schemas.microsoft.com/office/drawing/2014/main" id="{0766F5B0-69A6-56F6-CBE1-5D4B18E1545D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458" t="71631" r="38477" b="24916"/>
          <a:stretch>
            <a:fillRect/>
          </a:stretch>
        </p:blipFill>
        <p:spPr>
          <a:xfrm>
            <a:off x="1" y="1326022"/>
            <a:ext cx="7745506" cy="364666"/>
          </a:xfrm>
          <a:prstGeom prst="rect">
            <a:avLst/>
          </a:prstGeom>
        </p:spPr>
      </p:pic>
      <p:sp>
        <p:nvSpPr>
          <p:cNvPr id="11" name="CaixaDeTexto 10">
            <a:extLst>
              <a:ext uri="{FF2B5EF4-FFF2-40B4-BE49-F238E27FC236}">
                <a16:creationId xmlns:a16="http://schemas.microsoft.com/office/drawing/2014/main" id="{2431EDC4-49BF-A445-F1FD-4AAD514DAE65}"/>
              </a:ext>
            </a:extLst>
          </p:cNvPr>
          <p:cNvSpPr txBox="1"/>
          <p:nvPr/>
        </p:nvSpPr>
        <p:spPr>
          <a:xfrm>
            <a:off x="838200" y="1321356"/>
            <a:ext cx="53590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>
                <a:solidFill>
                  <a:schemeClr val="bg2"/>
                </a:solidFill>
              </a:rPr>
              <a:t>ANÁLISE DE DESEMPENHO E SIMULAÇÃO DE CENÁRIOS</a:t>
            </a:r>
          </a:p>
        </p:txBody>
      </p:sp>
      <p:pic>
        <p:nvPicPr>
          <p:cNvPr id="7" name="Imagem 6">
            <a:extLst>
              <a:ext uri="{FF2B5EF4-FFF2-40B4-BE49-F238E27FC236}">
                <a16:creationId xmlns:a16="http://schemas.microsoft.com/office/drawing/2014/main" id="{5C20BABE-3EB4-1908-9F5B-C512650453A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31036" y="1963272"/>
            <a:ext cx="8929927" cy="4529603"/>
          </a:xfrm>
          <a:prstGeom prst="rect">
            <a:avLst/>
          </a:prstGeom>
        </p:spPr>
      </p:pic>
      <p:sp>
        <p:nvSpPr>
          <p:cNvPr id="3" name="Retângulo 2">
            <a:extLst>
              <a:ext uri="{FF2B5EF4-FFF2-40B4-BE49-F238E27FC236}">
                <a16:creationId xmlns:a16="http://schemas.microsoft.com/office/drawing/2014/main" id="{FAD7D977-C4E8-D6FC-BA31-BB2CE5332FED}"/>
              </a:ext>
            </a:extLst>
          </p:cNvPr>
          <p:cNvSpPr/>
          <p:nvPr/>
        </p:nvSpPr>
        <p:spPr>
          <a:xfrm>
            <a:off x="1631036" y="2644588"/>
            <a:ext cx="995623" cy="784412"/>
          </a:xfrm>
          <a:prstGeom prst="rect">
            <a:avLst/>
          </a:prstGeom>
          <a:solidFill>
            <a:srgbClr val="ED7D31">
              <a:alpha val="40000"/>
            </a:srgbClr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0" name="Retângulo 9">
            <a:extLst>
              <a:ext uri="{FF2B5EF4-FFF2-40B4-BE49-F238E27FC236}">
                <a16:creationId xmlns:a16="http://schemas.microsoft.com/office/drawing/2014/main" id="{EF98A318-A9FB-96D5-E67A-E0EB8DD6BA43}"/>
              </a:ext>
            </a:extLst>
          </p:cNvPr>
          <p:cNvSpPr/>
          <p:nvPr/>
        </p:nvSpPr>
        <p:spPr>
          <a:xfrm>
            <a:off x="1631035" y="4652682"/>
            <a:ext cx="995623" cy="1867087"/>
          </a:xfrm>
          <a:prstGeom prst="rect">
            <a:avLst/>
          </a:prstGeom>
          <a:solidFill>
            <a:srgbClr val="ED7D31">
              <a:alpha val="40000"/>
            </a:srgbClr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3" name="Retângulo 12">
            <a:extLst>
              <a:ext uri="{FF2B5EF4-FFF2-40B4-BE49-F238E27FC236}">
                <a16:creationId xmlns:a16="http://schemas.microsoft.com/office/drawing/2014/main" id="{13BA2D88-68BB-FB47-25C4-3858F057ADE7}"/>
              </a:ext>
            </a:extLst>
          </p:cNvPr>
          <p:cNvSpPr/>
          <p:nvPr/>
        </p:nvSpPr>
        <p:spPr>
          <a:xfrm>
            <a:off x="2670941" y="2215404"/>
            <a:ext cx="7890022" cy="2768971"/>
          </a:xfrm>
          <a:prstGeom prst="rect">
            <a:avLst/>
          </a:prstGeom>
          <a:solidFill>
            <a:srgbClr val="ED7D31">
              <a:alpha val="40000"/>
            </a:srgbClr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5" name="Retângulo 14">
            <a:extLst>
              <a:ext uri="{FF2B5EF4-FFF2-40B4-BE49-F238E27FC236}">
                <a16:creationId xmlns:a16="http://schemas.microsoft.com/office/drawing/2014/main" id="{04959A82-6184-89D2-E95D-1FBF374256FC}"/>
              </a:ext>
            </a:extLst>
          </p:cNvPr>
          <p:cNvSpPr/>
          <p:nvPr/>
        </p:nvSpPr>
        <p:spPr>
          <a:xfrm>
            <a:off x="2670940" y="5011270"/>
            <a:ext cx="7890023" cy="1508499"/>
          </a:xfrm>
          <a:prstGeom prst="rect">
            <a:avLst/>
          </a:prstGeom>
          <a:solidFill>
            <a:srgbClr val="ED7D31">
              <a:alpha val="40000"/>
            </a:srgbClr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263885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10" grpId="0" animBg="1"/>
      <p:bldP spid="13" grpId="0" animBg="1"/>
      <p:bldP spid="15" grpId="0" animBg="1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A0CFCF-0D54-DF8C-CAAF-065AC07541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3863B51-BF1A-63A8-AE7A-61BC7820A2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RESULTADOS</a:t>
            </a:r>
          </a:p>
        </p:txBody>
      </p:sp>
      <p:pic>
        <p:nvPicPr>
          <p:cNvPr id="9" name="Imagem 8">
            <a:extLst>
              <a:ext uri="{FF2B5EF4-FFF2-40B4-BE49-F238E27FC236}">
                <a16:creationId xmlns:a16="http://schemas.microsoft.com/office/drawing/2014/main" id="{D86C7144-4F7F-02DB-97B9-2335E8A762AF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458" t="71631" r="38477" b="24916"/>
          <a:stretch>
            <a:fillRect/>
          </a:stretch>
        </p:blipFill>
        <p:spPr>
          <a:xfrm>
            <a:off x="1" y="1326022"/>
            <a:ext cx="7745506" cy="364666"/>
          </a:xfrm>
          <a:prstGeom prst="rect">
            <a:avLst/>
          </a:prstGeom>
        </p:spPr>
      </p:pic>
      <p:sp>
        <p:nvSpPr>
          <p:cNvPr id="11" name="CaixaDeTexto 10">
            <a:extLst>
              <a:ext uri="{FF2B5EF4-FFF2-40B4-BE49-F238E27FC236}">
                <a16:creationId xmlns:a16="http://schemas.microsoft.com/office/drawing/2014/main" id="{7575858E-C1F4-FF4C-065B-7E9846CFEBD9}"/>
              </a:ext>
            </a:extLst>
          </p:cNvPr>
          <p:cNvSpPr txBox="1"/>
          <p:nvPr/>
        </p:nvSpPr>
        <p:spPr>
          <a:xfrm>
            <a:off x="838200" y="1321356"/>
            <a:ext cx="53590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>
                <a:solidFill>
                  <a:schemeClr val="bg2"/>
                </a:solidFill>
              </a:rPr>
              <a:t>ANÁLISE DE DESEMPENHO E SIMULAÇÃO DE CENÁRIOS</a:t>
            </a:r>
          </a:p>
        </p:txBody>
      </p:sp>
      <p:pic>
        <p:nvPicPr>
          <p:cNvPr id="6" name="Imagem 5">
            <a:extLst>
              <a:ext uri="{FF2B5EF4-FFF2-40B4-BE49-F238E27FC236}">
                <a16:creationId xmlns:a16="http://schemas.microsoft.com/office/drawing/2014/main" id="{8F81542C-00BA-C28C-9254-84BF5009A55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16291" y="2142565"/>
            <a:ext cx="7920000" cy="4034236"/>
          </a:xfrm>
          <a:prstGeom prst="rect">
            <a:avLst/>
          </a:prstGeom>
        </p:spPr>
      </p:pic>
      <p:pic>
        <p:nvPicPr>
          <p:cNvPr id="13" name="Imagem 12">
            <a:extLst>
              <a:ext uri="{FF2B5EF4-FFF2-40B4-BE49-F238E27FC236}">
                <a16:creationId xmlns:a16="http://schemas.microsoft.com/office/drawing/2014/main" id="{383BF418-4BA8-376D-AF3E-1995E0B00F8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47715" y="1984227"/>
            <a:ext cx="1496457" cy="43658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10180319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8D9E81-194E-1444-D17E-C517772374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E235F8B-547E-DCF7-E457-D6155C2486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RESULTADOS</a:t>
            </a:r>
          </a:p>
        </p:txBody>
      </p:sp>
      <p:pic>
        <p:nvPicPr>
          <p:cNvPr id="9" name="Imagem 8">
            <a:extLst>
              <a:ext uri="{FF2B5EF4-FFF2-40B4-BE49-F238E27FC236}">
                <a16:creationId xmlns:a16="http://schemas.microsoft.com/office/drawing/2014/main" id="{A58B3EC7-6E4A-565C-A752-72854A39577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458" t="71631" r="38477" b="24916"/>
          <a:stretch>
            <a:fillRect/>
          </a:stretch>
        </p:blipFill>
        <p:spPr>
          <a:xfrm>
            <a:off x="1" y="1326022"/>
            <a:ext cx="7745506" cy="364666"/>
          </a:xfrm>
          <a:prstGeom prst="rect">
            <a:avLst/>
          </a:prstGeom>
        </p:spPr>
      </p:pic>
      <p:sp>
        <p:nvSpPr>
          <p:cNvPr id="11" name="CaixaDeTexto 10">
            <a:extLst>
              <a:ext uri="{FF2B5EF4-FFF2-40B4-BE49-F238E27FC236}">
                <a16:creationId xmlns:a16="http://schemas.microsoft.com/office/drawing/2014/main" id="{21206501-B401-3B90-EA88-4B43087E1F0E}"/>
              </a:ext>
            </a:extLst>
          </p:cNvPr>
          <p:cNvSpPr txBox="1"/>
          <p:nvPr/>
        </p:nvSpPr>
        <p:spPr>
          <a:xfrm>
            <a:off x="838200" y="1321356"/>
            <a:ext cx="53590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>
                <a:solidFill>
                  <a:schemeClr val="bg2"/>
                </a:solidFill>
              </a:rPr>
              <a:t>ANÁLISE DE DESEMPENHO E SIMULAÇÃO DE CENÁRIOS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FF99D162-267B-0265-572D-C822F8CE566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pt-BR"/>
          </a:p>
        </p:txBody>
      </p:sp>
      <p:pic>
        <p:nvPicPr>
          <p:cNvPr id="8" name="Imagem 7">
            <a:extLst>
              <a:ext uri="{FF2B5EF4-FFF2-40B4-BE49-F238E27FC236}">
                <a16:creationId xmlns:a16="http://schemas.microsoft.com/office/drawing/2014/main" id="{F6476B99-BE8B-F1CF-73BC-0C85D18C44A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78407" y="1878676"/>
            <a:ext cx="7075393" cy="4245235"/>
          </a:xfrm>
          <a:prstGeom prst="rect">
            <a:avLst/>
          </a:prstGeom>
        </p:spPr>
      </p:pic>
      <p:pic>
        <p:nvPicPr>
          <p:cNvPr id="14" name="Imagem 13">
            <a:extLst>
              <a:ext uri="{FF2B5EF4-FFF2-40B4-BE49-F238E27FC236}">
                <a16:creationId xmlns:a16="http://schemas.microsoft.com/office/drawing/2014/main" id="{81C022C5-149D-D8C7-1B12-457AB9879F7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8200" y="2646919"/>
            <a:ext cx="2746806" cy="27468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0062475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6A3020-C204-5A65-98EC-1AEAC064AB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BF0A0B2-09C0-CF76-E577-BE3ECE6279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RESULTADOS</a:t>
            </a:r>
          </a:p>
        </p:txBody>
      </p:sp>
      <p:pic>
        <p:nvPicPr>
          <p:cNvPr id="9" name="Imagem 8">
            <a:extLst>
              <a:ext uri="{FF2B5EF4-FFF2-40B4-BE49-F238E27FC236}">
                <a16:creationId xmlns:a16="http://schemas.microsoft.com/office/drawing/2014/main" id="{CA90CCE3-9E69-A827-36A7-99B86280B0F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458" t="71631" r="38477" b="24916"/>
          <a:stretch>
            <a:fillRect/>
          </a:stretch>
        </p:blipFill>
        <p:spPr>
          <a:xfrm>
            <a:off x="1" y="1326022"/>
            <a:ext cx="7745506" cy="364666"/>
          </a:xfrm>
          <a:prstGeom prst="rect">
            <a:avLst/>
          </a:prstGeom>
        </p:spPr>
      </p:pic>
      <p:sp>
        <p:nvSpPr>
          <p:cNvPr id="11" name="CaixaDeTexto 10">
            <a:extLst>
              <a:ext uri="{FF2B5EF4-FFF2-40B4-BE49-F238E27FC236}">
                <a16:creationId xmlns:a16="http://schemas.microsoft.com/office/drawing/2014/main" id="{FA812650-154C-FB69-8732-34ACFFC01547}"/>
              </a:ext>
            </a:extLst>
          </p:cNvPr>
          <p:cNvSpPr txBox="1"/>
          <p:nvPr/>
        </p:nvSpPr>
        <p:spPr>
          <a:xfrm>
            <a:off x="838200" y="1321356"/>
            <a:ext cx="53590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>
                <a:solidFill>
                  <a:schemeClr val="bg2"/>
                </a:solidFill>
              </a:rPr>
              <a:t>ANÁLISE DE DESEMPENHO E SIMULAÇÃO DE CENÁRIOS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E8A6EC30-35DA-E350-A224-DBF1D379FC6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Wingdings" panose="05000000000000000000" pitchFamily="2" charset="2"/>
              <a:buChar char="§"/>
            </a:pPr>
            <a:r>
              <a:rPr lang="pt-BR" dirty="0"/>
              <a:t>Artefato possibilitou automatizar o processo de criação dos cronogramas, de 4 horas manuais para menos de 1 segundo, em alta densidade FFF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pt-BR" dirty="0"/>
              <a:t>Redução da carga cognitiva e fator humano no planejamento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pt-BR" dirty="0"/>
              <a:t>Neutralização de riscos de inputs circulares 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pt-BR" dirty="0"/>
              <a:t>Simulação de alocação de recursos e cenários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pt-BR" dirty="0"/>
              <a:t>Saída de cronograma em formatos de planilha eletrônica e visual</a:t>
            </a:r>
          </a:p>
        </p:txBody>
      </p:sp>
    </p:spTree>
    <p:extLst>
      <p:ext uri="{BB962C8B-B14F-4D97-AF65-F5344CB8AC3E}">
        <p14:creationId xmlns:p14="http://schemas.microsoft.com/office/powerpoint/2010/main" val="4092616196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3E3717-B818-70F5-C2BE-BEDC961BEC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28B24C08-C1DA-D581-9EE8-9564EA98BB77}"/>
              </a:ext>
            </a:extLst>
          </p:cNvPr>
          <p:cNvSpPr txBox="1">
            <a:spLocks/>
          </p:cNvSpPr>
          <p:nvPr/>
        </p:nvSpPr>
        <p:spPr bwMode="auto"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228600" indent="-228600" algn="l" rtl="0" fontAlgn="base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rtl="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eaLnBrk="1" hangingPunct="1">
              <a:buFont typeface="Wingdings" panose="05000000000000000000" pitchFamily="2" charset="2"/>
              <a:buChar char="§"/>
            </a:pPr>
            <a:r>
              <a:rPr lang="pt-BR" dirty="0"/>
              <a:t>Mitigação dos ricos – Matriz de Rastreabilidade de Riscos</a:t>
            </a:r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D1824727-33B6-C267-3E4D-3729FD151E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RESULTADOS</a:t>
            </a:r>
          </a:p>
        </p:txBody>
      </p:sp>
      <p:pic>
        <p:nvPicPr>
          <p:cNvPr id="9" name="Imagem 8">
            <a:extLst>
              <a:ext uri="{FF2B5EF4-FFF2-40B4-BE49-F238E27FC236}">
                <a16:creationId xmlns:a16="http://schemas.microsoft.com/office/drawing/2014/main" id="{72230E09-A596-3DCB-C242-FCA94E709C6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458" t="71631" r="38477" b="24916"/>
          <a:stretch>
            <a:fillRect/>
          </a:stretch>
        </p:blipFill>
        <p:spPr>
          <a:xfrm>
            <a:off x="1" y="1326022"/>
            <a:ext cx="7745506" cy="364666"/>
          </a:xfrm>
          <a:prstGeom prst="rect">
            <a:avLst/>
          </a:prstGeom>
        </p:spPr>
      </p:pic>
      <p:sp>
        <p:nvSpPr>
          <p:cNvPr id="11" name="CaixaDeTexto 10">
            <a:extLst>
              <a:ext uri="{FF2B5EF4-FFF2-40B4-BE49-F238E27FC236}">
                <a16:creationId xmlns:a16="http://schemas.microsoft.com/office/drawing/2014/main" id="{BE71D3FB-A60E-A503-2832-466639CEC642}"/>
              </a:ext>
            </a:extLst>
          </p:cNvPr>
          <p:cNvSpPr txBox="1"/>
          <p:nvPr/>
        </p:nvSpPr>
        <p:spPr>
          <a:xfrm>
            <a:off x="838200" y="1321356"/>
            <a:ext cx="471334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>
                <a:solidFill>
                  <a:schemeClr val="bg2"/>
                </a:solidFill>
              </a:rPr>
              <a:t>GOVERNANÇA DE RISCOS E SEGURANÇA LÓGICA</a:t>
            </a:r>
          </a:p>
        </p:txBody>
      </p:sp>
      <p:graphicFrame>
        <p:nvGraphicFramePr>
          <p:cNvPr id="4" name="Espaço Reservado para Conteúdo 3">
            <a:extLst>
              <a:ext uri="{FF2B5EF4-FFF2-40B4-BE49-F238E27FC236}">
                <a16:creationId xmlns:a16="http://schemas.microsoft.com/office/drawing/2014/main" id="{CC2B2222-073B-2093-84AE-A8AE6D6E1037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355325877"/>
              </p:ext>
            </p:extLst>
          </p:nvPr>
        </p:nvGraphicFramePr>
        <p:xfrm>
          <a:off x="3085398" y="2916649"/>
          <a:ext cx="6021203" cy="2615329"/>
        </p:xfrm>
        <a:graphic>
          <a:graphicData uri="http://schemas.openxmlformats.org/drawingml/2006/table">
            <a:tbl>
              <a:tblPr firstRow="1" bandRow="1"/>
              <a:tblGrid>
                <a:gridCol w="752722">
                  <a:extLst>
                    <a:ext uri="{9D8B030D-6E8A-4147-A177-3AD203B41FA5}">
                      <a16:colId xmlns:a16="http://schemas.microsoft.com/office/drawing/2014/main" val="3257520207"/>
                    </a:ext>
                  </a:extLst>
                </a:gridCol>
                <a:gridCol w="3655681">
                  <a:extLst>
                    <a:ext uri="{9D8B030D-6E8A-4147-A177-3AD203B41FA5}">
                      <a16:colId xmlns:a16="http://schemas.microsoft.com/office/drawing/2014/main" val="1999378215"/>
                    </a:ext>
                  </a:extLst>
                </a:gridCol>
                <a:gridCol w="537600">
                  <a:extLst>
                    <a:ext uri="{9D8B030D-6E8A-4147-A177-3AD203B41FA5}">
                      <a16:colId xmlns:a16="http://schemas.microsoft.com/office/drawing/2014/main" val="3602546782"/>
                    </a:ext>
                  </a:extLst>
                </a:gridCol>
                <a:gridCol w="537600">
                  <a:extLst>
                    <a:ext uri="{9D8B030D-6E8A-4147-A177-3AD203B41FA5}">
                      <a16:colId xmlns:a16="http://schemas.microsoft.com/office/drawing/2014/main" val="2613839813"/>
                    </a:ext>
                  </a:extLst>
                </a:gridCol>
                <a:gridCol w="537600">
                  <a:extLst>
                    <a:ext uri="{9D8B030D-6E8A-4147-A177-3AD203B41FA5}">
                      <a16:colId xmlns:a16="http://schemas.microsoft.com/office/drawing/2014/main" val="1051210226"/>
                    </a:ext>
                  </a:extLst>
                </a:gridCol>
              </a:tblGrid>
              <a:tr h="305961"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buNone/>
                      </a:pPr>
                      <a:r>
                        <a:rPr lang="pt-BR" sz="18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</a:rPr>
                        <a:t>Id</a:t>
                      </a:r>
                      <a:endParaRPr lang="pt-BR" sz="1800" dirty="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</a:endParaRPr>
                    </a:p>
                  </a:txBody>
                  <a:tcPr marL="56835" marR="56835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buNone/>
                      </a:pPr>
                      <a:r>
                        <a:rPr lang="pt-BR" sz="18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</a:rPr>
                        <a:t>Risco identificado</a:t>
                      </a:r>
                      <a:endParaRPr lang="pt-BR" sz="1800" dirty="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</a:endParaRPr>
                    </a:p>
                  </a:txBody>
                  <a:tcPr marL="56835" marR="56835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buNone/>
                      </a:pPr>
                      <a:r>
                        <a:rPr lang="pt-BR" sz="1800" dirty="0"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</a:rPr>
                        <a:t>P</a:t>
                      </a:r>
                    </a:p>
                  </a:txBody>
                  <a:tcPr marL="56835" marR="56835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buNone/>
                      </a:pPr>
                      <a:r>
                        <a:rPr lang="pt-BR" sz="18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</a:rPr>
                        <a:t>S</a:t>
                      </a:r>
                      <a:endParaRPr lang="pt-BR" sz="1800" dirty="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</a:endParaRPr>
                    </a:p>
                  </a:txBody>
                  <a:tcPr marL="56835" marR="56835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buNone/>
                      </a:pPr>
                      <a:r>
                        <a:rPr lang="pt-BR" sz="18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</a:rPr>
                        <a:t>NR</a:t>
                      </a:r>
                      <a:endParaRPr lang="pt-BR" sz="1800" dirty="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</a:endParaRPr>
                    </a:p>
                  </a:txBody>
                  <a:tcPr marL="56835" marR="56835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82964833"/>
                  </a:ext>
                </a:extLst>
              </a:tr>
              <a:tr h="36000"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buNone/>
                      </a:pPr>
                      <a:r>
                        <a:rPr lang="pt-BR" sz="18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</a:rPr>
                        <a:t>R01</a:t>
                      </a:r>
                      <a:endParaRPr lang="pt-BR" sz="1800" dirty="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</a:endParaRPr>
                    </a:p>
                  </a:txBody>
                  <a:tcPr marL="56835" marR="56835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buNone/>
                      </a:pPr>
                      <a:r>
                        <a:rPr lang="pt-BR" sz="18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</a:rPr>
                        <a:t>Circularidade Lógica</a:t>
                      </a:r>
                      <a:endParaRPr lang="pt-BR" sz="1800" dirty="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</a:endParaRPr>
                    </a:p>
                  </a:txBody>
                  <a:tcPr marL="56835" marR="56835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buNone/>
                      </a:pPr>
                      <a:r>
                        <a:rPr lang="pt-BR" sz="18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</a:rPr>
                        <a:t>3</a:t>
                      </a:r>
                      <a:endParaRPr lang="pt-BR" sz="1800" dirty="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</a:endParaRPr>
                    </a:p>
                  </a:txBody>
                  <a:tcPr marL="56835" marR="56835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buNone/>
                      </a:pPr>
                      <a:r>
                        <a:rPr lang="pt-BR" sz="18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</a:rPr>
                        <a:t>5</a:t>
                      </a:r>
                      <a:endParaRPr lang="pt-BR" sz="1800" dirty="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</a:endParaRPr>
                    </a:p>
                  </a:txBody>
                  <a:tcPr marL="56835" marR="56835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buNone/>
                      </a:pPr>
                      <a:r>
                        <a:rPr lang="pt-BR" sz="18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</a:rPr>
                        <a:t>15</a:t>
                      </a:r>
                      <a:endParaRPr lang="pt-BR" sz="1800" dirty="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</a:endParaRPr>
                    </a:p>
                  </a:txBody>
                  <a:tcPr marL="56835" marR="56835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98208706"/>
                  </a:ext>
                </a:extLst>
              </a:tr>
              <a:tr h="36000"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buNone/>
                      </a:pPr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</a:rPr>
                        <a:t>R02</a:t>
                      </a:r>
                      <a:endParaRPr lang="pt-BR" sz="180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</a:endParaRPr>
                    </a:p>
                  </a:txBody>
                  <a:tcPr marL="56835" marR="56835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buNone/>
                      </a:pPr>
                      <a:r>
                        <a:rPr lang="pt-BR" sz="18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</a:rPr>
                        <a:t>Integridade dos Dados de Entrada</a:t>
                      </a:r>
                      <a:endParaRPr lang="pt-BR" sz="1800" dirty="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</a:endParaRPr>
                    </a:p>
                  </a:txBody>
                  <a:tcPr marL="56835" marR="56835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buNone/>
                      </a:pPr>
                      <a:r>
                        <a:rPr lang="pt-BR" sz="18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</a:rPr>
                        <a:t>5</a:t>
                      </a:r>
                      <a:endParaRPr lang="pt-BR" sz="1800" dirty="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</a:endParaRPr>
                    </a:p>
                  </a:txBody>
                  <a:tcPr marL="56835" marR="56835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buNone/>
                      </a:pPr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</a:rPr>
                        <a:t>3</a:t>
                      </a:r>
                      <a:endParaRPr lang="pt-BR" sz="180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</a:endParaRPr>
                    </a:p>
                  </a:txBody>
                  <a:tcPr marL="56835" marR="56835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buNone/>
                      </a:pPr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</a:rPr>
                        <a:t>15</a:t>
                      </a:r>
                      <a:endParaRPr lang="pt-BR" sz="180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</a:endParaRPr>
                    </a:p>
                  </a:txBody>
                  <a:tcPr marL="56835" marR="56835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1802001"/>
                  </a:ext>
                </a:extLst>
              </a:tr>
              <a:tr h="36000"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buNone/>
                      </a:pPr>
                      <a:r>
                        <a:rPr lang="pt-BR" sz="18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</a:rPr>
                        <a:t>R03</a:t>
                      </a:r>
                      <a:endParaRPr lang="pt-BR" sz="1800" dirty="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</a:endParaRPr>
                    </a:p>
                  </a:txBody>
                  <a:tcPr marL="56835" marR="56835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buNone/>
                      </a:pPr>
                      <a:r>
                        <a:rPr lang="pt-BR" sz="1800" dirty="0" err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</a:rPr>
                        <a:t>Superalocação</a:t>
                      </a:r>
                      <a:r>
                        <a:rPr lang="pt-BR" sz="18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</a:rPr>
                        <a:t> de Recursos</a:t>
                      </a:r>
                      <a:endParaRPr lang="pt-BR" sz="1800" dirty="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</a:endParaRPr>
                    </a:p>
                  </a:txBody>
                  <a:tcPr marL="56835" marR="56835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buNone/>
                      </a:pPr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</a:rPr>
                        <a:t>4</a:t>
                      </a:r>
                      <a:endParaRPr lang="pt-BR" sz="180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</a:endParaRPr>
                    </a:p>
                  </a:txBody>
                  <a:tcPr marL="56835" marR="56835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buNone/>
                      </a:pPr>
                      <a:r>
                        <a:rPr lang="pt-BR" sz="18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</a:rPr>
                        <a:t>4</a:t>
                      </a:r>
                      <a:endParaRPr lang="pt-BR" sz="1800" dirty="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</a:endParaRPr>
                    </a:p>
                  </a:txBody>
                  <a:tcPr marL="56835" marR="56835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buNone/>
                      </a:pPr>
                      <a:r>
                        <a:rPr lang="pt-BR" sz="18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</a:rPr>
                        <a:t>16</a:t>
                      </a:r>
                      <a:endParaRPr lang="pt-BR" sz="1800" dirty="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</a:endParaRPr>
                    </a:p>
                  </a:txBody>
                  <a:tcPr marL="56835" marR="56835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49376745"/>
                  </a:ext>
                </a:extLst>
              </a:tr>
              <a:tr h="36000"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buNone/>
                      </a:pPr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</a:rPr>
                        <a:t>R04</a:t>
                      </a:r>
                      <a:endParaRPr lang="pt-BR" sz="180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</a:endParaRPr>
                    </a:p>
                  </a:txBody>
                  <a:tcPr marL="56835" marR="56835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buNone/>
                      </a:pPr>
                      <a:r>
                        <a:rPr lang="pt-BR" sz="18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</a:rPr>
                        <a:t>Subestimação do Esforço FFF</a:t>
                      </a:r>
                      <a:endParaRPr lang="pt-BR" sz="1800" dirty="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</a:endParaRPr>
                    </a:p>
                  </a:txBody>
                  <a:tcPr marL="56835" marR="56835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buNone/>
                      </a:pPr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</a:rPr>
                        <a:t>4</a:t>
                      </a:r>
                      <a:endParaRPr lang="pt-BR" sz="180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</a:endParaRPr>
                    </a:p>
                  </a:txBody>
                  <a:tcPr marL="56835" marR="56835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buNone/>
                      </a:pPr>
                      <a:r>
                        <a:rPr lang="pt-BR" sz="18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</a:rPr>
                        <a:t>4</a:t>
                      </a:r>
                      <a:endParaRPr lang="pt-BR" sz="1800" dirty="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</a:endParaRPr>
                    </a:p>
                  </a:txBody>
                  <a:tcPr marL="56835" marR="56835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buNone/>
                      </a:pPr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</a:rPr>
                        <a:t>16</a:t>
                      </a:r>
                      <a:endParaRPr lang="pt-BR" sz="180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</a:endParaRPr>
                    </a:p>
                  </a:txBody>
                  <a:tcPr marL="56835" marR="56835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64391377"/>
                  </a:ext>
                </a:extLst>
              </a:tr>
              <a:tr h="36000"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buNone/>
                      </a:pPr>
                      <a:r>
                        <a:rPr lang="pt-BR" sz="18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</a:rPr>
                        <a:t>R05</a:t>
                      </a:r>
                      <a:endParaRPr lang="pt-BR" sz="1800" dirty="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</a:endParaRPr>
                    </a:p>
                  </a:txBody>
                  <a:tcPr marL="56835" marR="56835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buNone/>
                      </a:pPr>
                      <a:r>
                        <a:rPr lang="pt-BR" sz="18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</a:rPr>
                        <a:t>Erro de Calendário de Projeto</a:t>
                      </a:r>
                      <a:endParaRPr lang="pt-BR" sz="1800" dirty="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</a:endParaRPr>
                    </a:p>
                  </a:txBody>
                  <a:tcPr marL="56835" marR="56835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buNone/>
                      </a:pPr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</a:rPr>
                        <a:t>4</a:t>
                      </a:r>
                      <a:endParaRPr lang="pt-BR" sz="180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</a:endParaRPr>
                    </a:p>
                  </a:txBody>
                  <a:tcPr marL="56835" marR="56835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buNone/>
                      </a:pPr>
                      <a:r>
                        <a:rPr lang="pt-BR" sz="18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</a:rPr>
                        <a:t>2</a:t>
                      </a:r>
                      <a:endParaRPr lang="pt-BR" sz="1800" dirty="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</a:endParaRPr>
                    </a:p>
                  </a:txBody>
                  <a:tcPr marL="56835" marR="56835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buNone/>
                      </a:pPr>
                      <a:r>
                        <a:rPr lang="pt-BR" sz="18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</a:rPr>
                        <a:t>8</a:t>
                      </a:r>
                      <a:endParaRPr lang="pt-BR" sz="1800" dirty="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</a:endParaRPr>
                    </a:p>
                  </a:txBody>
                  <a:tcPr marL="56835" marR="56835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77909531"/>
                  </a:ext>
                </a:extLst>
              </a:tr>
              <a:tr h="36000"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buNone/>
                      </a:pPr>
                      <a:r>
                        <a:rPr lang="pt-BR" sz="18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</a:rPr>
                        <a:t>R06</a:t>
                      </a:r>
                      <a:endParaRPr lang="pt-BR" sz="1800" dirty="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</a:endParaRPr>
                    </a:p>
                  </a:txBody>
                  <a:tcPr marL="56835" marR="56835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buNone/>
                      </a:pPr>
                      <a:r>
                        <a:rPr lang="pt-BR" sz="18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</a:rPr>
                        <a:t>Duplicidade de Entregáveis</a:t>
                      </a:r>
                      <a:endParaRPr lang="pt-BR" sz="1800" dirty="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</a:endParaRPr>
                    </a:p>
                  </a:txBody>
                  <a:tcPr marL="56835" marR="56835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buNone/>
                      </a:pPr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</a:rPr>
                        <a:t>5</a:t>
                      </a:r>
                      <a:endParaRPr lang="pt-BR" sz="180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</a:endParaRPr>
                    </a:p>
                  </a:txBody>
                  <a:tcPr marL="56835" marR="56835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buNone/>
                      </a:pPr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</a:rPr>
                        <a:t>2</a:t>
                      </a:r>
                      <a:endParaRPr lang="pt-BR" sz="180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</a:endParaRPr>
                    </a:p>
                  </a:txBody>
                  <a:tcPr marL="56835" marR="56835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buNone/>
                      </a:pPr>
                      <a:r>
                        <a:rPr lang="pt-BR" sz="18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</a:rPr>
                        <a:t>10</a:t>
                      </a:r>
                      <a:endParaRPr lang="pt-BR" sz="1800" dirty="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</a:endParaRPr>
                    </a:p>
                  </a:txBody>
                  <a:tcPr marL="56835" marR="56835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42309807"/>
                  </a:ext>
                </a:extLst>
              </a:tr>
              <a:tr h="36000"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buNone/>
                      </a:pPr>
                      <a:r>
                        <a:rPr lang="pt-BR" sz="18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</a:rPr>
                        <a:t>R07</a:t>
                      </a:r>
                      <a:endParaRPr lang="pt-BR" sz="1800" dirty="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</a:endParaRPr>
                    </a:p>
                  </a:txBody>
                  <a:tcPr marL="56835" marR="56835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buNone/>
                      </a:pPr>
                      <a:r>
                        <a:rPr lang="pt-BR" sz="18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</a:rPr>
                        <a:t>Fadiga Decisória / Erro Humano</a:t>
                      </a:r>
                      <a:endParaRPr lang="pt-BR" sz="1800" dirty="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</a:endParaRPr>
                    </a:p>
                  </a:txBody>
                  <a:tcPr marL="56835" marR="56835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buNone/>
                      </a:pPr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</a:rPr>
                        <a:t>4</a:t>
                      </a:r>
                      <a:endParaRPr lang="pt-BR" sz="180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</a:endParaRPr>
                    </a:p>
                  </a:txBody>
                  <a:tcPr marL="56835" marR="56835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buNone/>
                      </a:pPr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</a:rPr>
                        <a:t>3</a:t>
                      </a:r>
                      <a:endParaRPr lang="pt-BR" sz="180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</a:endParaRPr>
                    </a:p>
                  </a:txBody>
                  <a:tcPr marL="56835" marR="56835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buNone/>
                      </a:pPr>
                      <a:r>
                        <a:rPr lang="pt-BR" sz="18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</a:rPr>
                        <a:t>12</a:t>
                      </a:r>
                      <a:endParaRPr lang="pt-BR" sz="1800" dirty="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</a:endParaRPr>
                    </a:p>
                  </a:txBody>
                  <a:tcPr marL="56835" marR="56835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00202908"/>
                  </a:ext>
                </a:extLst>
              </a:tr>
              <a:tr h="36000"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buNone/>
                      </a:pPr>
                      <a:r>
                        <a:rPr lang="pt-BR" sz="18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</a:rPr>
                        <a:t>R08</a:t>
                      </a:r>
                      <a:endParaRPr lang="pt-BR" sz="1800" dirty="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</a:endParaRPr>
                    </a:p>
                  </a:txBody>
                  <a:tcPr marL="56835" marR="56835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buNone/>
                      </a:pPr>
                      <a:r>
                        <a:rPr lang="pt-BR" sz="18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</a:rPr>
                        <a:t>Resistência à Adoção Cultural</a:t>
                      </a:r>
                      <a:endParaRPr lang="pt-BR" sz="1800" dirty="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</a:endParaRPr>
                    </a:p>
                  </a:txBody>
                  <a:tcPr marL="56835" marR="56835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buNone/>
                      </a:pPr>
                      <a:r>
                        <a:rPr lang="pt-BR" sz="18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</a:rPr>
                        <a:t>4</a:t>
                      </a:r>
                      <a:endParaRPr lang="pt-BR" sz="1800" dirty="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</a:endParaRPr>
                    </a:p>
                  </a:txBody>
                  <a:tcPr marL="56835" marR="56835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buNone/>
                      </a:pPr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</a:rPr>
                        <a:t>4</a:t>
                      </a:r>
                      <a:endParaRPr lang="pt-BR" sz="180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</a:endParaRPr>
                    </a:p>
                  </a:txBody>
                  <a:tcPr marL="56835" marR="56835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buNone/>
                      </a:pPr>
                      <a:r>
                        <a:rPr lang="pt-BR" sz="18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</a:rPr>
                        <a:t>16</a:t>
                      </a:r>
                      <a:endParaRPr lang="pt-BR" sz="1800" dirty="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</a:endParaRPr>
                    </a:p>
                  </a:txBody>
                  <a:tcPr marL="56835" marR="56835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62803226"/>
                  </a:ext>
                </a:extLst>
              </a:tr>
            </a:tbl>
          </a:graphicData>
        </a:graphic>
      </p:graphicFrame>
      <p:sp>
        <p:nvSpPr>
          <p:cNvPr id="6" name="CaixaDeTexto 5">
            <a:extLst>
              <a:ext uri="{FF2B5EF4-FFF2-40B4-BE49-F238E27FC236}">
                <a16:creationId xmlns:a16="http://schemas.microsoft.com/office/drawing/2014/main" id="{7F8AD0CA-72C1-8F7E-B8C5-A60CAF1C678A}"/>
              </a:ext>
            </a:extLst>
          </p:cNvPr>
          <p:cNvSpPr txBox="1"/>
          <p:nvPr/>
        </p:nvSpPr>
        <p:spPr>
          <a:xfrm>
            <a:off x="3085398" y="5531978"/>
            <a:ext cx="602120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000" dirty="0"/>
              <a:t>RXX – Risco; P – Probabilidade (1-5); S – Severidade (1-5); NR – Nível de Risco (P x S): 1-6 baixo, 7-12 médio, 13-25 alto</a:t>
            </a:r>
          </a:p>
        </p:txBody>
      </p:sp>
    </p:spTree>
    <p:extLst>
      <p:ext uri="{BB962C8B-B14F-4D97-AF65-F5344CB8AC3E}">
        <p14:creationId xmlns:p14="http://schemas.microsoft.com/office/powerpoint/2010/main" val="2593872292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793D4B-7555-DCAB-A00D-F03295B28F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350AD90-4BDB-C1CB-8BC6-04A449FBC6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RESULTADOS</a:t>
            </a:r>
          </a:p>
        </p:txBody>
      </p:sp>
      <p:pic>
        <p:nvPicPr>
          <p:cNvPr id="9" name="Imagem 8">
            <a:extLst>
              <a:ext uri="{FF2B5EF4-FFF2-40B4-BE49-F238E27FC236}">
                <a16:creationId xmlns:a16="http://schemas.microsoft.com/office/drawing/2014/main" id="{7C640FCB-54D2-FCF8-FB7E-961F432D1CE0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458" t="71631" r="38477" b="24916"/>
          <a:stretch>
            <a:fillRect/>
          </a:stretch>
        </p:blipFill>
        <p:spPr>
          <a:xfrm>
            <a:off x="1" y="1326022"/>
            <a:ext cx="7745506" cy="364666"/>
          </a:xfrm>
          <a:prstGeom prst="rect">
            <a:avLst/>
          </a:prstGeom>
        </p:spPr>
      </p:pic>
      <p:sp>
        <p:nvSpPr>
          <p:cNvPr id="11" name="CaixaDeTexto 10">
            <a:extLst>
              <a:ext uri="{FF2B5EF4-FFF2-40B4-BE49-F238E27FC236}">
                <a16:creationId xmlns:a16="http://schemas.microsoft.com/office/drawing/2014/main" id="{F9A684DA-7C3A-A935-BD70-28C9E4C6E246}"/>
              </a:ext>
            </a:extLst>
          </p:cNvPr>
          <p:cNvSpPr txBox="1"/>
          <p:nvPr/>
        </p:nvSpPr>
        <p:spPr>
          <a:xfrm>
            <a:off x="838200" y="1321356"/>
            <a:ext cx="471334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>
                <a:solidFill>
                  <a:schemeClr val="bg2"/>
                </a:solidFill>
              </a:rPr>
              <a:t>GOVERNANÇA DE RISCOS E SEGURANÇA LÓGICA</a:t>
            </a:r>
          </a:p>
        </p:txBody>
      </p:sp>
      <p:graphicFrame>
        <p:nvGraphicFramePr>
          <p:cNvPr id="4" name="Espaço Reservado para Conteúdo 3">
            <a:extLst>
              <a:ext uri="{FF2B5EF4-FFF2-40B4-BE49-F238E27FC236}">
                <a16:creationId xmlns:a16="http://schemas.microsoft.com/office/drawing/2014/main" id="{0DAA8545-05B8-16F0-13FC-C9240EE10F1F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945294060"/>
              </p:ext>
            </p:extLst>
          </p:nvPr>
        </p:nvGraphicFramePr>
        <p:xfrm>
          <a:off x="838200" y="1859341"/>
          <a:ext cx="10354235" cy="4351339"/>
        </p:xfrm>
        <a:graphic>
          <a:graphicData uri="http://schemas.openxmlformats.org/drawingml/2006/table">
            <a:tbl>
              <a:tblPr firstRow="1" bandRow="1"/>
              <a:tblGrid>
                <a:gridCol w="504055">
                  <a:extLst>
                    <a:ext uri="{9D8B030D-6E8A-4147-A177-3AD203B41FA5}">
                      <a16:colId xmlns:a16="http://schemas.microsoft.com/office/drawing/2014/main" val="3257520207"/>
                    </a:ext>
                  </a:extLst>
                </a:gridCol>
                <a:gridCol w="1378018">
                  <a:extLst>
                    <a:ext uri="{9D8B030D-6E8A-4147-A177-3AD203B41FA5}">
                      <a16:colId xmlns:a16="http://schemas.microsoft.com/office/drawing/2014/main" val="1999378215"/>
                    </a:ext>
                  </a:extLst>
                </a:gridCol>
                <a:gridCol w="926807">
                  <a:extLst>
                    <a:ext uri="{9D8B030D-6E8A-4147-A177-3AD203B41FA5}">
                      <a16:colId xmlns:a16="http://schemas.microsoft.com/office/drawing/2014/main" val="3602546782"/>
                    </a:ext>
                  </a:extLst>
                </a:gridCol>
                <a:gridCol w="926807">
                  <a:extLst>
                    <a:ext uri="{9D8B030D-6E8A-4147-A177-3AD203B41FA5}">
                      <a16:colId xmlns:a16="http://schemas.microsoft.com/office/drawing/2014/main" val="2613839813"/>
                    </a:ext>
                  </a:extLst>
                </a:gridCol>
                <a:gridCol w="941442">
                  <a:extLst>
                    <a:ext uri="{9D8B030D-6E8A-4147-A177-3AD203B41FA5}">
                      <a16:colId xmlns:a16="http://schemas.microsoft.com/office/drawing/2014/main" val="1051210226"/>
                    </a:ext>
                  </a:extLst>
                </a:gridCol>
                <a:gridCol w="1841422">
                  <a:extLst>
                    <a:ext uri="{9D8B030D-6E8A-4147-A177-3AD203B41FA5}">
                      <a16:colId xmlns:a16="http://schemas.microsoft.com/office/drawing/2014/main" val="1195251556"/>
                    </a:ext>
                  </a:extLst>
                </a:gridCol>
                <a:gridCol w="991035">
                  <a:extLst>
                    <a:ext uri="{9D8B030D-6E8A-4147-A177-3AD203B41FA5}">
                      <a16:colId xmlns:a16="http://schemas.microsoft.com/office/drawing/2014/main" val="650444084"/>
                    </a:ext>
                  </a:extLst>
                </a:gridCol>
                <a:gridCol w="991035">
                  <a:extLst>
                    <a:ext uri="{9D8B030D-6E8A-4147-A177-3AD203B41FA5}">
                      <a16:colId xmlns:a16="http://schemas.microsoft.com/office/drawing/2014/main" val="3552597263"/>
                    </a:ext>
                  </a:extLst>
                </a:gridCol>
                <a:gridCol w="926807">
                  <a:extLst>
                    <a:ext uri="{9D8B030D-6E8A-4147-A177-3AD203B41FA5}">
                      <a16:colId xmlns:a16="http://schemas.microsoft.com/office/drawing/2014/main" val="1133990772"/>
                    </a:ext>
                  </a:extLst>
                </a:gridCol>
                <a:gridCol w="926807">
                  <a:extLst>
                    <a:ext uri="{9D8B030D-6E8A-4147-A177-3AD203B41FA5}">
                      <a16:colId xmlns:a16="http://schemas.microsoft.com/office/drawing/2014/main" val="1671909607"/>
                    </a:ext>
                  </a:extLst>
                </a:gridCol>
              </a:tblGrid>
              <a:tr h="305961"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buNone/>
                      </a:pPr>
                      <a:r>
                        <a:rPr lang="pt-BR" sz="9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</a:rPr>
                        <a:t>Id</a:t>
                      </a:r>
                      <a:endParaRPr lang="pt-BR" sz="900" dirty="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</a:endParaRPr>
                    </a:p>
                  </a:txBody>
                  <a:tcPr marL="56835" marR="56835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buNone/>
                      </a:pPr>
                      <a:r>
                        <a:rPr lang="pt-BR" sz="9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</a:rPr>
                        <a:t>Risco identificado</a:t>
                      </a:r>
                      <a:endParaRPr lang="pt-BR" sz="900" dirty="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</a:endParaRPr>
                    </a:p>
                  </a:txBody>
                  <a:tcPr marL="56835" marR="56835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buNone/>
                      </a:pPr>
                      <a:r>
                        <a:rPr lang="pt-BR" sz="90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</a:rPr>
                        <a:t>P (anterior)</a:t>
                      </a:r>
                      <a:endParaRPr lang="pt-BR" sz="90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</a:endParaRPr>
                    </a:p>
                  </a:txBody>
                  <a:tcPr marL="56835" marR="56835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buNone/>
                      </a:pPr>
                      <a:r>
                        <a:rPr lang="pt-BR" sz="9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</a:rPr>
                        <a:t>S (anterior)</a:t>
                      </a:r>
                      <a:endParaRPr lang="pt-BR" sz="900" dirty="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</a:endParaRPr>
                    </a:p>
                  </a:txBody>
                  <a:tcPr marL="56835" marR="56835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buNone/>
                      </a:pPr>
                      <a:r>
                        <a:rPr lang="pt-BR" sz="90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</a:rPr>
                        <a:t>NR (inerente)</a:t>
                      </a:r>
                      <a:endParaRPr lang="pt-BR" sz="90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</a:endParaRPr>
                    </a:p>
                  </a:txBody>
                  <a:tcPr marL="56835" marR="56835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buNone/>
                      </a:pPr>
                      <a:r>
                        <a:rPr lang="pt-BR" sz="9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</a:rPr>
                        <a:t>Estratégia de mitigação (requisito)</a:t>
                      </a:r>
                      <a:endParaRPr lang="pt-BR" sz="900" dirty="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</a:endParaRPr>
                    </a:p>
                  </a:txBody>
                  <a:tcPr marL="56835" marR="56835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buNone/>
                      </a:pPr>
                      <a:r>
                        <a:rPr lang="pt-BR" sz="90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</a:rPr>
                        <a:t>P (posterior)</a:t>
                      </a:r>
                      <a:endParaRPr lang="pt-BR" sz="90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</a:endParaRPr>
                    </a:p>
                  </a:txBody>
                  <a:tcPr marL="56835" marR="56835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buNone/>
                      </a:pPr>
                      <a:r>
                        <a:rPr lang="pt-BR" sz="90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</a:rPr>
                        <a:t>S (posterior)</a:t>
                      </a:r>
                      <a:endParaRPr lang="pt-BR" sz="90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</a:endParaRPr>
                    </a:p>
                  </a:txBody>
                  <a:tcPr marL="56835" marR="56835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buNone/>
                      </a:pPr>
                      <a:r>
                        <a:rPr lang="pt-BR" sz="90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</a:rPr>
                        <a:t>NR (residual)</a:t>
                      </a:r>
                      <a:endParaRPr lang="pt-BR" sz="90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</a:endParaRPr>
                    </a:p>
                  </a:txBody>
                  <a:tcPr marL="56835" marR="56835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buNone/>
                      </a:pPr>
                      <a:r>
                        <a:rPr lang="pt-BR" sz="9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</a:rPr>
                        <a:t>Eficácia</a:t>
                      </a:r>
                      <a:endParaRPr lang="pt-BR" sz="900" dirty="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</a:endParaRPr>
                    </a:p>
                  </a:txBody>
                  <a:tcPr marL="56835" marR="56835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82964833"/>
                  </a:ext>
                </a:extLst>
              </a:tr>
              <a:tr h="465730"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buNone/>
                      </a:pPr>
                      <a:r>
                        <a:rPr lang="pt-BR" sz="9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</a:rPr>
                        <a:t>R01</a:t>
                      </a:r>
                      <a:endParaRPr lang="pt-BR" sz="900" dirty="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</a:endParaRPr>
                    </a:p>
                  </a:txBody>
                  <a:tcPr marL="56835" marR="56835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buNone/>
                      </a:pPr>
                      <a:r>
                        <a:rPr lang="pt-BR" sz="9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</a:rPr>
                        <a:t>Circularidade Lógica</a:t>
                      </a:r>
                      <a:endParaRPr lang="pt-BR" sz="900" dirty="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</a:endParaRPr>
                    </a:p>
                  </a:txBody>
                  <a:tcPr marL="56835" marR="56835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buNone/>
                      </a:pPr>
                      <a:r>
                        <a:rPr lang="pt-BR" sz="9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</a:rPr>
                        <a:t>3</a:t>
                      </a:r>
                      <a:endParaRPr lang="pt-BR" sz="900" dirty="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</a:endParaRPr>
                    </a:p>
                  </a:txBody>
                  <a:tcPr marL="56835" marR="56835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buNone/>
                      </a:pPr>
                      <a:r>
                        <a:rPr lang="pt-BR" sz="90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</a:rPr>
                        <a:t>5</a:t>
                      </a:r>
                      <a:endParaRPr lang="pt-BR" sz="90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</a:endParaRPr>
                    </a:p>
                  </a:txBody>
                  <a:tcPr marL="56835" marR="56835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buNone/>
                      </a:pPr>
                      <a:r>
                        <a:rPr lang="pt-BR" sz="90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</a:rPr>
                        <a:t>15</a:t>
                      </a:r>
                      <a:endParaRPr lang="pt-BR" sz="90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</a:endParaRPr>
                    </a:p>
                  </a:txBody>
                  <a:tcPr marL="56835" marR="56835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buNone/>
                      </a:pPr>
                      <a:r>
                        <a:rPr lang="pt-BR" sz="90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</a:rPr>
                        <a:t>RF-11: Algoritmo de Kahn (Detecção de Ciclos)</a:t>
                      </a:r>
                      <a:endParaRPr lang="pt-BR" sz="90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</a:endParaRPr>
                    </a:p>
                  </a:txBody>
                  <a:tcPr marL="56835" marR="56835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buNone/>
                      </a:pPr>
                      <a:r>
                        <a:rPr lang="pt-BR" sz="9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</a:rPr>
                        <a:t>1</a:t>
                      </a:r>
                      <a:endParaRPr lang="pt-BR" sz="900" dirty="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</a:endParaRPr>
                    </a:p>
                  </a:txBody>
                  <a:tcPr marL="56835" marR="56835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buNone/>
                      </a:pPr>
                      <a:r>
                        <a:rPr lang="pt-BR" sz="90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</a:rPr>
                        <a:t>5</a:t>
                      </a:r>
                      <a:endParaRPr lang="pt-BR" sz="90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</a:endParaRPr>
                    </a:p>
                  </a:txBody>
                  <a:tcPr marL="56835" marR="56835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buNone/>
                      </a:pPr>
                      <a:r>
                        <a:rPr lang="pt-BR" sz="90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</a:rPr>
                        <a:t>5</a:t>
                      </a:r>
                      <a:endParaRPr lang="pt-BR" sz="90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</a:endParaRPr>
                    </a:p>
                  </a:txBody>
                  <a:tcPr marL="56835" marR="56835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buNone/>
                      </a:pPr>
                      <a:r>
                        <a:rPr lang="pt-BR" sz="9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</a:rPr>
                        <a:t>67%</a:t>
                      </a:r>
                      <a:endParaRPr lang="pt-BR" sz="900" dirty="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</a:endParaRPr>
                    </a:p>
                  </a:txBody>
                  <a:tcPr marL="56835" marR="56835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98208706"/>
                  </a:ext>
                </a:extLst>
              </a:tr>
              <a:tr h="465730"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buNone/>
                      </a:pPr>
                      <a:r>
                        <a:rPr lang="pt-BR" sz="90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</a:rPr>
                        <a:t>R02</a:t>
                      </a:r>
                      <a:endParaRPr lang="pt-BR" sz="90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</a:endParaRPr>
                    </a:p>
                  </a:txBody>
                  <a:tcPr marL="56835" marR="56835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buNone/>
                      </a:pPr>
                      <a:r>
                        <a:rPr lang="pt-BR" sz="90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</a:rPr>
                        <a:t>Integridade dos Dados de Entrada</a:t>
                      </a:r>
                      <a:endParaRPr lang="pt-BR" sz="90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</a:endParaRPr>
                    </a:p>
                  </a:txBody>
                  <a:tcPr marL="56835" marR="56835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buNone/>
                      </a:pPr>
                      <a:r>
                        <a:rPr lang="pt-BR" sz="9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</a:rPr>
                        <a:t>5</a:t>
                      </a:r>
                      <a:endParaRPr lang="pt-BR" sz="900" dirty="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</a:endParaRPr>
                    </a:p>
                  </a:txBody>
                  <a:tcPr marL="56835" marR="56835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buNone/>
                      </a:pPr>
                      <a:r>
                        <a:rPr lang="pt-BR" sz="9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</a:rPr>
                        <a:t>3</a:t>
                      </a:r>
                      <a:endParaRPr lang="pt-BR" sz="900" dirty="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</a:endParaRPr>
                    </a:p>
                  </a:txBody>
                  <a:tcPr marL="56835" marR="56835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buNone/>
                      </a:pPr>
                      <a:r>
                        <a:rPr lang="pt-BR" sz="90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</a:rPr>
                        <a:t>15</a:t>
                      </a:r>
                      <a:endParaRPr lang="pt-BR" sz="90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</a:endParaRPr>
                    </a:p>
                  </a:txBody>
                  <a:tcPr marL="56835" marR="56835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buNone/>
                      </a:pPr>
                      <a:r>
                        <a:rPr lang="pt-BR" sz="90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</a:rPr>
                        <a:t>RF-01/02: Tratamento de Exceções e Parsing</a:t>
                      </a:r>
                      <a:endParaRPr lang="pt-BR" sz="90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</a:endParaRPr>
                    </a:p>
                  </a:txBody>
                  <a:tcPr marL="56835" marR="56835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buNone/>
                      </a:pPr>
                      <a:r>
                        <a:rPr lang="pt-BR" sz="9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</a:rPr>
                        <a:t>2</a:t>
                      </a:r>
                      <a:endParaRPr lang="pt-BR" sz="900" dirty="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</a:endParaRPr>
                    </a:p>
                  </a:txBody>
                  <a:tcPr marL="56835" marR="56835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buNone/>
                      </a:pPr>
                      <a:r>
                        <a:rPr lang="pt-BR" sz="90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</a:rPr>
                        <a:t>3</a:t>
                      </a:r>
                      <a:endParaRPr lang="pt-BR" sz="90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</a:endParaRPr>
                    </a:p>
                  </a:txBody>
                  <a:tcPr marL="56835" marR="56835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buNone/>
                      </a:pPr>
                      <a:r>
                        <a:rPr lang="pt-BR" sz="90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</a:rPr>
                        <a:t>6</a:t>
                      </a:r>
                      <a:endParaRPr lang="pt-BR" sz="90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</a:endParaRPr>
                    </a:p>
                  </a:txBody>
                  <a:tcPr marL="56835" marR="56835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buNone/>
                      </a:pPr>
                      <a:r>
                        <a:rPr lang="pt-BR" sz="9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</a:rPr>
                        <a:t>60%</a:t>
                      </a:r>
                      <a:endParaRPr lang="pt-BR" sz="900" dirty="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</a:endParaRPr>
                    </a:p>
                  </a:txBody>
                  <a:tcPr marL="56835" marR="56835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1802001"/>
                  </a:ext>
                </a:extLst>
              </a:tr>
              <a:tr h="465730"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buNone/>
                      </a:pPr>
                      <a:r>
                        <a:rPr lang="pt-BR" sz="9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</a:rPr>
                        <a:t>R03</a:t>
                      </a:r>
                      <a:endParaRPr lang="pt-BR" sz="900" dirty="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</a:endParaRPr>
                    </a:p>
                  </a:txBody>
                  <a:tcPr marL="56835" marR="56835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buNone/>
                      </a:pPr>
                      <a:r>
                        <a:rPr lang="pt-BR" sz="90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</a:rPr>
                        <a:t>Superalocação de Recursos</a:t>
                      </a:r>
                      <a:endParaRPr lang="pt-BR" sz="90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</a:endParaRPr>
                    </a:p>
                  </a:txBody>
                  <a:tcPr marL="56835" marR="56835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buNone/>
                      </a:pPr>
                      <a:r>
                        <a:rPr lang="pt-BR" sz="9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</a:rPr>
                        <a:t>4</a:t>
                      </a:r>
                      <a:endParaRPr lang="pt-BR" sz="900" dirty="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</a:endParaRPr>
                    </a:p>
                  </a:txBody>
                  <a:tcPr marL="56835" marR="56835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buNone/>
                      </a:pPr>
                      <a:r>
                        <a:rPr lang="pt-BR" sz="90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</a:rPr>
                        <a:t>4</a:t>
                      </a:r>
                      <a:endParaRPr lang="pt-BR" sz="90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</a:endParaRPr>
                    </a:p>
                  </a:txBody>
                  <a:tcPr marL="56835" marR="56835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buNone/>
                      </a:pPr>
                      <a:r>
                        <a:rPr lang="pt-BR" sz="90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</a:rPr>
                        <a:t>16</a:t>
                      </a:r>
                      <a:endParaRPr lang="pt-BR" sz="90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</a:endParaRPr>
                    </a:p>
                  </a:txBody>
                  <a:tcPr marL="56835" marR="56835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buNone/>
                      </a:pPr>
                      <a:r>
                        <a:rPr lang="pt-BR" sz="9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</a:rPr>
                        <a:t>RF-10: Motor com Restrição de Recursos</a:t>
                      </a:r>
                      <a:endParaRPr lang="pt-BR" sz="900" dirty="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</a:endParaRPr>
                    </a:p>
                  </a:txBody>
                  <a:tcPr marL="56835" marR="56835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buNone/>
                      </a:pPr>
                      <a:r>
                        <a:rPr lang="pt-BR" sz="90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</a:rPr>
                        <a:t>1</a:t>
                      </a:r>
                      <a:endParaRPr lang="pt-BR" sz="90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</a:endParaRPr>
                    </a:p>
                  </a:txBody>
                  <a:tcPr marL="56835" marR="56835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buNone/>
                      </a:pPr>
                      <a:r>
                        <a:rPr lang="pt-BR" sz="90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</a:rPr>
                        <a:t>4</a:t>
                      </a:r>
                      <a:endParaRPr lang="pt-BR" sz="90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</a:endParaRPr>
                    </a:p>
                  </a:txBody>
                  <a:tcPr marL="56835" marR="56835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buNone/>
                      </a:pPr>
                      <a:r>
                        <a:rPr lang="pt-BR" sz="90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</a:rPr>
                        <a:t>4</a:t>
                      </a:r>
                      <a:endParaRPr lang="pt-BR" sz="90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</a:endParaRPr>
                    </a:p>
                  </a:txBody>
                  <a:tcPr marL="56835" marR="56835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buNone/>
                      </a:pPr>
                      <a:r>
                        <a:rPr lang="pt-BR" sz="9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</a:rPr>
                        <a:t>75%</a:t>
                      </a:r>
                      <a:endParaRPr lang="pt-BR" sz="900" dirty="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</a:endParaRPr>
                    </a:p>
                  </a:txBody>
                  <a:tcPr marL="56835" marR="56835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49376745"/>
                  </a:ext>
                </a:extLst>
              </a:tr>
              <a:tr h="465730"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buNone/>
                      </a:pPr>
                      <a:r>
                        <a:rPr lang="pt-BR" sz="90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</a:rPr>
                        <a:t>R04</a:t>
                      </a:r>
                      <a:endParaRPr lang="pt-BR" sz="90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</a:endParaRPr>
                    </a:p>
                  </a:txBody>
                  <a:tcPr marL="56835" marR="56835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buNone/>
                      </a:pPr>
                      <a:r>
                        <a:rPr lang="pt-BR" sz="90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</a:rPr>
                        <a:t>Subestimação do Esforço FFF</a:t>
                      </a:r>
                      <a:endParaRPr lang="pt-BR" sz="90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</a:endParaRPr>
                    </a:p>
                  </a:txBody>
                  <a:tcPr marL="56835" marR="56835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buNone/>
                      </a:pPr>
                      <a:r>
                        <a:rPr lang="pt-BR" sz="9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</a:rPr>
                        <a:t>4</a:t>
                      </a:r>
                      <a:endParaRPr lang="pt-BR" sz="900" dirty="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</a:endParaRPr>
                    </a:p>
                  </a:txBody>
                  <a:tcPr marL="56835" marR="56835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buNone/>
                      </a:pPr>
                      <a:r>
                        <a:rPr lang="pt-BR" sz="90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</a:rPr>
                        <a:t>4</a:t>
                      </a:r>
                      <a:endParaRPr lang="pt-BR" sz="90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</a:endParaRPr>
                    </a:p>
                  </a:txBody>
                  <a:tcPr marL="56835" marR="56835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buNone/>
                      </a:pPr>
                      <a:r>
                        <a:rPr lang="pt-BR" sz="90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</a:rPr>
                        <a:t>16</a:t>
                      </a:r>
                      <a:endParaRPr lang="pt-BR" sz="90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</a:endParaRPr>
                    </a:p>
                  </a:txBody>
                  <a:tcPr marL="56835" marR="56835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buNone/>
                      </a:pPr>
                      <a:r>
                        <a:rPr lang="pt-BR" sz="90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</a:rPr>
                        <a:t>RF-07: Seleção de Duração Máxima (Worst-case)</a:t>
                      </a:r>
                      <a:endParaRPr lang="pt-BR" sz="90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</a:endParaRPr>
                    </a:p>
                  </a:txBody>
                  <a:tcPr marL="56835" marR="56835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buNone/>
                      </a:pPr>
                      <a:r>
                        <a:rPr lang="pt-BR" sz="90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</a:rPr>
                        <a:t>2</a:t>
                      </a:r>
                      <a:endParaRPr lang="pt-BR" sz="90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</a:endParaRPr>
                    </a:p>
                  </a:txBody>
                  <a:tcPr marL="56835" marR="56835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buNone/>
                      </a:pPr>
                      <a:r>
                        <a:rPr lang="pt-BR" sz="90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</a:rPr>
                        <a:t>4</a:t>
                      </a:r>
                      <a:endParaRPr lang="pt-BR" sz="90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</a:endParaRPr>
                    </a:p>
                  </a:txBody>
                  <a:tcPr marL="56835" marR="56835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buNone/>
                      </a:pPr>
                      <a:r>
                        <a:rPr lang="pt-BR" sz="90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</a:rPr>
                        <a:t>8</a:t>
                      </a:r>
                      <a:endParaRPr lang="pt-BR" sz="90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</a:endParaRPr>
                    </a:p>
                  </a:txBody>
                  <a:tcPr marL="56835" marR="56835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buNone/>
                      </a:pPr>
                      <a:r>
                        <a:rPr lang="pt-BR" sz="9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</a:rPr>
                        <a:t>50%</a:t>
                      </a:r>
                      <a:endParaRPr lang="pt-BR" sz="900" dirty="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</a:endParaRPr>
                    </a:p>
                  </a:txBody>
                  <a:tcPr marL="56835" marR="56835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64391377"/>
                  </a:ext>
                </a:extLst>
              </a:tr>
              <a:tr h="465730"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buNone/>
                      </a:pPr>
                      <a:r>
                        <a:rPr lang="pt-BR" sz="9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</a:rPr>
                        <a:t>R05</a:t>
                      </a:r>
                      <a:endParaRPr lang="pt-BR" sz="900" dirty="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</a:endParaRPr>
                    </a:p>
                  </a:txBody>
                  <a:tcPr marL="56835" marR="56835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buNone/>
                      </a:pPr>
                      <a:r>
                        <a:rPr lang="pt-BR" sz="90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</a:rPr>
                        <a:t>Erro de Calendário de Projeto</a:t>
                      </a:r>
                      <a:endParaRPr lang="pt-BR" sz="90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</a:endParaRPr>
                    </a:p>
                  </a:txBody>
                  <a:tcPr marL="56835" marR="56835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buNone/>
                      </a:pPr>
                      <a:r>
                        <a:rPr lang="pt-BR" sz="90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</a:rPr>
                        <a:t>4</a:t>
                      </a:r>
                      <a:endParaRPr lang="pt-BR" sz="90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</a:endParaRPr>
                    </a:p>
                  </a:txBody>
                  <a:tcPr marL="56835" marR="56835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buNone/>
                      </a:pPr>
                      <a:r>
                        <a:rPr lang="pt-BR" sz="90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</a:rPr>
                        <a:t>2</a:t>
                      </a:r>
                      <a:endParaRPr lang="pt-BR" sz="90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</a:endParaRPr>
                    </a:p>
                  </a:txBody>
                  <a:tcPr marL="56835" marR="56835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buNone/>
                      </a:pPr>
                      <a:r>
                        <a:rPr lang="pt-BR" sz="90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</a:rPr>
                        <a:t>8</a:t>
                      </a:r>
                      <a:endParaRPr lang="pt-BR" sz="90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</a:endParaRPr>
                    </a:p>
                  </a:txBody>
                  <a:tcPr marL="56835" marR="56835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buNone/>
                      </a:pPr>
                      <a:r>
                        <a:rPr lang="pt-BR" sz="9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</a:rPr>
                        <a:t>RF-09: Algoritmo de Tempo e Feriados</a:t>
                      </a:r>
                      <a:endParaRPr lang="pt-BR" sz="900" dirty="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</a:endParaRPr>
                    </a:p>
                  </a:txBody>
                  <a:tcPr marL="56835" marR="56835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buNone/>
                      </a:pPr>
                      <a:r>
                        <a:rPr lang="pt-BR" sz="9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</a:rPr>
                        <a:t>1</a:t>
                      </a:r>
                      <a:endParaRPr lang="pt-BR" sz="900" dirty="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</a:endParaRPr>
                    </a:p>
                  </a:txBody>
                  <a:tcPr marL="56835" marR="56835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buNone/>
                      </a:pPr>
                      <a:r>
                        <a:rPr lang="pt-BR" sz="90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</a:rPr>
                        <a:t>2</a:t>
                      </a:r>
                      <a:endParaRPr lang="pt-BR" sz="90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</a:endParaRPr>
                    </a:p>
                  </a:txBody>
                  <a:tcPr marL="56835" marR="56835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buNone/>
                      </a:pPr>
                      <a:r>
                        <a:rPr lang="pt-BR" sz="90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</a:rPr>
                        <a:t>2</a:t>
                      </a:r>
                      <a:endParaRPr lang="pt-BR" sz="90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</a:endParaRPr>
                    </a:p>
                  </a:txBody>
                  <a:tcPr marL="56835" marR="56835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buNone/>
                      </a:pPr>
                      <a:r>
                        <a:rPr lang="pt-BR" sz="9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</a:rPr>
                        <a:t>75%</a:t>
                      </a:r>
                      <a:endParaRPr lang="pt-BR" sz="900" dirty="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</a:endParaRPr>
                    </a:p>
                  </a:txBody>
                  <a:tcPr marL="56835" marR="56835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77909531"/>
                  </a:ext>
                </a:extLst>
              </a:tr>
              <a:tr h="625499"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buNone/>
                      </a:pPr>
                      <a:r>
                        <a:rPr lang="pt-BR" sz="9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</a:rPr>
                        <a:t>R06</a:t>
                      </a:r>
                      <a:endParaRPr lang="pt-BR" sz="900" dirty="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</a:endParaRPr>
                    </a:p>
                  </a:txBody>
                  <a:tcPr marL="56835" marR="56835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buNone/>
                      </a:pPr>
                      <a:r>
                        <a:rPr lang="pt-BR" sz="90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</a:rPr>
                        <a:t>Duplicidade de Entregáveis</a:t>
                      </a:r>
                      <a:endParaRPr lang="pt-BR" sz="90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</a:endParaRPr>
                    </a:p>
                  </a:txBody>
                  <a:tcPr marL="56835" marR="56835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buNone/>
                      </a:pPr>
                      <a:r>
                        <a:rPr lang="pt-BR" sz="9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</a:rPr>
                        <a:t>5</a:t>
                      </a:r>
                      <a:endParaRPr lang="pt-BR" sz="900" dirty="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</a:endParaRPr>
                    </a:p>
                  </a:txBody>
                  <a:tcPr marL="56835" marR="56835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buNone/>
                      </a:pPr>
                      <a:r>
                        <a:rPr lang="pt-BR" sz="90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</a:rPr>
                        <a:t>2</a:t>
                      </a:r>
                      <a:endParaRPr lang="pt-BR" sz="90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</a:endParaRPr>
                    </a:p>
                  </a:txBody>
                  <a:tcPr marL="56835" marR="56835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buNone/>
                      </a:pPr>
                      <a:r>
                        <a:rPr lang="pt-BR" sz="90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</a:rPr>
                        <a:t>10</a:t>
                      </a:r>
                      <a:endParaRPr lang="pt-BR" sz="90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</a:endParaRPr>
                    </a:p>
                  </a:txBody>
                  <a:tcPr marL="56835" marR="56835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buNone/>
                      </a:pPr>
                      <a:r>
                        <a:rPr lang="pt-BR" sz="90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</a:rPr>
                        <a:t>RF-13: Consolidação Automática (Drawing)</a:t>
                      </a:r>
                      <a:endParaRPr lang="pt-BR" sz="90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</a:endParaRPr>
                    </a:p>
                  </a:txBody>
                  <a:tcPr marL="56835" marR="56835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buNone/>
                      </a:pPr>
                      <a:r>
                        <a:rPr lang="pt-BR" sz="9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</a:rPr>
                        <a:t>2</a:t>
                      </a:r>
                      <a:endParaRPr lang="pt-BR" sz="900" dirty="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</a:endParaRPr>
                    </a:p>
                  </a:txBody>
                  <a:tcPr marL="56835" marR="56835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buNone/>
                      </a:pPr>
                      <a:r>
                        <a:rPr lang="pt-BR" sz="90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</a:rPr>
                        <a:t>2</a:t>
                      </a:r>
                      <a:endParaRPr lang="pt-BR" sz="90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</a:endParaRPr>
                    </a:p>
                  </a:txBody>
                  <a:tcPr marL="56835" marR="56835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buNone/>
                      </a:pPr>
                      <a:r>
                        <a:rPr lang="pt-BR" sz="90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</a:rPr>
                        <a:t>4</a:t>
                      </a:r>
                      <a:endParaRPr lang="pt-BR" sz="90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</a:endParaRPr>
                    </a:p>
                  </a:txBody>
                  <a:tcPr marL="56835" marR="56835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buNone/>
                      </a:pPr>
                      <a:r>
                        <a:rPr lang="pt-BR" sz="9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</a:rPr>
                        <a:t>60%</a:t>
                      </a:r>
                      <a:endParaRPr lang="pt-BR" sz="900" dirty="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</a:endParaRPr>
                    </a:p>
                  </a:txBody>
                  <a:tcPr marL="56835" marR="56835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42309807"/>
                  </a:ext>
                </a:extLst>
              </a:tr>
              <a:tr h="465730"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buNone/>
                      </a:pPr>
                      <a:r>
                        <a:rPr lang="pt-BR" sz="9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</a:rPr>
                        <a:t>R07</a:t>
                      </a:r>
                      <a:endParaRPr lang="pt-BR" sz="900" dirty="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</a:endParaRPr>
                    </a:p>
                  </a:txBody>
                  <a:tcPr marL="56835" marR="56835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buNone/>
                      </a:pPr>
                      <a:r>
                        <a:rPr lang="pt-BR" sz="90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</a:rPr>
                        <a:t>Fadiga Decisória / Erro Humano</a:t>
                      </a:r>
                      <a:endParaRPr lang="pt-BR" sz="90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</a:endParaRPr>
                    </a:p>
                  </a:txBody>
                  <a:tcPr marL="56835" marR="56835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buNone/>
                      </a:pPr>
                      <a:r>
                        <a:rPr lang="pt-BR" sz="9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</a:rPr>
                        <a:t>4</a:t>
                      </a:r>
                      <a:endParaRPr lang="pt-BR" sz="900" dirty="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</a:endParaRPr>
                    </a:p>
                  </a:txBody>
                  <a:tcPr marL="56835" marR="56835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buNone/>
                      </a:pPr>
                      <a:r>
                        <a:rPr lang="pt-BR" sz="90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</a:rPr>
                        <a:t>3</a:t>
                      </a:r>
                      <a:endParaRPr lang="pt-BR" sz="90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</a:endParaRPr>
                    </a:p>
                  </a:txBody>
                  <a:tcPr marL="56835" marR="56835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buNone/>
                      </a:pPr>
                      <a:r>
                        <a:rPr lang="pt-BR" sz="90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</a:rPr>
                        <a:t>12</a:t>
                      </a:r>
                      <a:endParaRPr lang="pt-BR" sz="90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</a:endParaRPr>
                    </a:p>
                  </a:txBody>
                  <a:tcPr marL="56835" marR="56835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buNone/>
                      </a:pPr>
                      <a:r>
                        <a:rPr lang="pt-BR" sz="90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</a:rPr>
                        <a:t>RF-17/18: Interface Visual e Gantt Dinâmico</a:t>
                      </a:r>
                      <a:endParaRPr lang="pt-BR" sz="90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</a:endParaRPr>
                    </a:p>
                  </a:txBody>
                  <a:tcPr marL="56835" marR="56835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buNone/>
                      </a:pPr>
                      <a:r>
                        <a:rPr lang="pt-BR" sz="9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</a:rPr>
                        <a:t>2</a:t>
                      </a:r>
                      <a:endParaRPr lang="pt-BR" sz="900" dirty="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</a:endParaRPr>
                    </a:p>
                  </a:txBody>
                  <a:tcPr marL="56835" marR="56835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buNone/>
                      </a:pPr>
                      <a:r>
                        <a:rPr lang="pt-BR" sz="90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</a:rPr>
                        <a:t>3</a:t>
                      </a:r>
                      <a:endParaRPr lang="pt-BR" sz="90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</a:endParaRPr>
                    </a:p>
                  </a:txBody>
                  <a:tcPr marL="56835" marR="56835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buNone/>
                      </a:pPr>
                      <a:r>
                        <a:rPr lang="pt-BR" sz="9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</a:rPr>
                        <a:t>6</a:t>
                      </a:r>
                      <a:endParaRPr lang="pt-BR" sz="900" dirty="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</a:endParaRPr>
                    </a:p>
                  </a:txBody>
                  <a:tcPr marL="56835" marR="56835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buNone/>
                      </a:pPr>
                      <a:r>
                        <a:rPr lang="pt-BR" sz="9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</a:rPr>
                        <a:t>50%</a:t>
                      </a:r>
                      <a:endParaRPr lang="pt-BR" sz="900" dirty="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</a:endParaRPr>
                    </a:p>
                  </a:txBody>
                  <a:tcPr marL="56835" marR="56835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00202908"/>
                  </a:ext>
                </a:extLst>
              </a:tr>
              <a:tr h="625499"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buNone/>
                      </a:pPr>
                      <a:r>
                        <a:rPr lang="pt-BR" sz="9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</a:rPr>
                        <a:t>R08</a:t>
                      </a:r>
                      <a:endParaRPr lang="pt-BR" sz="900" dirty="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</a:endParaRPr>
                    </a:p>
                  </a:txBody>
                  <a:tcPr marL="56835" marR="56835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buNone/>
                      </a:pPr>
                      <a:r>
                        <a:rPr lang="pt-BR" sz="90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</a:rPr>
                        <a:t>Resistência à Adoção Cultural</a:t>
                      </a:r>
                      <a:endParaRPr lang="pt-BR" sz="90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</a:endParaRPr>
                    </a:p>
                  </a:txBody>
                  <a:tcPr marL="56835" marR="56835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buNone/>
                      </a:pPr>
                      <a:r>
                        <a:rPr lang="pt-BR" sz="9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</a:rPr>
                        <a:t>4</a:t>
                      </a:r>
                      <a:endParaRPr lang="pt-BR" sz="900" dirty="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</a:endParaRPr>
                    </a:p>
                  </a:txBody>
                  <a:tcPr marL="56835" marR="56835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buNone/>
                      </a:pPr>
                      <a:r>
                        <a:rPr lang="pt-BR" sz="90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</a:rPr>
                        <a:t>4</a:t>
                      </a:r>
                      <a:endParaRPr lang="pt-BR" sz="90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</a:endParaRPr>
                    </a:p>
                  </a:txBody>
                  <a:tcPr marL="56835" marR="56835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buNone/>
                      </a:pPr>
                      <a:r>
                        <a:rPr lang="pt-BR" sz="90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</a:rPr>
                        <a:t>16</a:t>
                      </a:r>
                      <a:endParaRPr lang="pt-BR" sz="90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</a:endParaRPr>
                    </a:p>
                  </a:txBody>
                  <a:tcPr marL="56835" marR="56835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buNone/>
                      </a:pPr>
                      <a:r>
                        <a:rPr lang="pt-BR" sz="90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</a:rPr>
                        <a:t>RF-17/18: Transparência Lógica e Auditabilidade</a:t>
                      </a:r>
                      <a:endParaRPr lang="pt-BR" sz="90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</a:endParaRPr>
                    </a:p>
                  </a:txBody>
                  <a:tcPr marL="56835" marR="56835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buNone/>
                      </a:pPr>
                      <a:r>
                        <a:rPr lang="pt-BR" sz="9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</a:rPr>
                        <a:t>2</a:t>
                      </a:r>
                      <a:endParaRPr lang="pt-BR" sz="900" dirty="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</a:endParaRPr>
                    </a:p>
                  </a:txBody>
                  <a:tcPr marL="56835" marR="56835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buNone/>
                      </a:pPr>
                      <a:r>
                        <a:rPr lang="pt-BR" sz="90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</a:rPr>
                        <a:t>4</a:t>
                      </a:r>
                      <a:endParaRPr lang="pt-BR" sz="90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</a:endParaRPr>
                    </a:p>
                  </a:txBody>
                  <a:tcPr marL="56835" marR="56835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buNone/>
                      </a:pPr>
                      <a:r>
                        <a:rPr lang="pt-BR" sz="90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</a:rPr>
                        <a:t>8</a:t>
                      </a:r>
                      <a:endParaRPr lang="pt-BR" sz="90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</a:endParaRPr>
                    </a:p>
                  </a:txBody>
                  <a:tcPr marL="56835" marR="56835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buNone/>
                      </a:pPr>
                      <a:r>
                        <a:rPr lang="pt-BR" sz="9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</a:rPr>
                        <a:t>50%</a:t>
                      </a:r>
                      <a:endParaRPr lang="pt-BR" sz="900" dirty="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</a:endParaRPr>
                    </a:p>
                  </a:txBody>
                  <a:tcPr marL="56835" marR="56835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6280322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115671911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D3EE920-A05E-DCA1-DF9D-76D5008351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1D969A3-EF36-8E15-642B-FF3C8C7BA3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RESULTADOS</a:t>
            </a:r>
          </a:p>
        </p:txBody>
      </p:sp>
      <p:pic>
        <p:nvPicPr>
          <p:cNvPr id="9" name="Imagem 8">
            <a:extLst>
              <a:ext uri="{FF2B5EF4-FFF2-40B4-BE49-F238E27FC236}">
                <a16:creationId xmlns:a16="http://schemas.microsoft.com/office/drawing/2014/main" id="{1015272B-198C-DCC0-0D7C-215B8E7D7DAC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458" t="71631" r="38477" b="24916"/>
          <a:stretch>
            <a:fillRect/>
          </a:stretch>
        </p:blipFill>
        <p:spPr>
          <a:xfrm>
            <a:off x="1" y="1326022"/>
            <a:ext cx="7745506" cy="364666"/>
          </a:xfrm>
          <a:prstGeom prst="rect">
            <a:avLst/>
          </a:prstGeom>
        </p:spPr>
      </p:pic>
      <p:sp>
        <p:nvSpPr>
          <p:cNvPr id="11" name="CaixaDeTexto 10">
            <a:extLst>
              <a:ext uri="{FF2B5EF4-FFF2-40B4-BE49-F238E27FC236}">
                <a16:creationId xmlns:a16="http://schemas.microsoft.com/office/drawing/2014/main" id="{1F03AF48-561D-3BC0-CC9D-06BF491027E2}"/>
              </a:ext>
            </a:extLst>
          </p:cNvPr>
          <p:cNvSpPr txBox="1"/>
          <p:nvPr/>
        </p:nvSpPr>
        <p:spPr>
          <a:xfrm>
            <a:off x="838200" y="1321356"/>
            <a:ext cx="471334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>
                <a:solidFill>
                  <a:schemeClr val="bg2"/>
                </a:solidFill>
              </a:rPr>
              <a:t>GOVERNANÇA DE RISCOS E SEGURANÇA LÓGICA</a:t>
            </a:r>
          </a:p>
        </p:txBody>
      </p:sp>
      <p:sp>
        <p:nvSpPr>
          <p:cNvPr id="12" name="Espaço Reservado para Conteúdo 11">
            <a:extLst>
              <a:ext uri="{FF2B5EF4-FFF2-40B4-BE49-F238E27FC236}">
                <a16:creationId xmlns:a16="http://schemas.microsoft.com/office/drawing/2014/main" id="{97A7584A-D2B2-676E-775C-5DB17428F41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Wingdings" panose="05000000000000000000" pitchFamily="2" charset="2"/>
              <a:buChar char="§"/>
            </a:pPr>
            <a:r>
              <a:rPr lang="pt-BR" sz="2400" dirty="0"/>
              <a:t>Documentação utilizando </a:t>
            </a:r>
            <a:r>
              <a:rPr lang="pt-BR" sz="2400" i="1" dirty="0" err="1"/>
              <a:t>docstring</a:t>
            </a:r>
            <a:endParaRPr lang="pt-BR" sz="2400" i="1" dirty="0"/>
          </a:p>
          <a:p>
            <a:pPr>
              <a:buFont typeface="Wingdings" panose="05000000000000000000" pitchFamily="2" charset="2"/>
              <a:buChar char="§"/>
            </a:pPr>
            <a:r>
              <a:rPr lang="pt-BR" sz="2400" dirty="0"/>
              <a:t>Disponível em https://maurochiozzi.github.io/chrono_tailoring/</a:t>
            </a:r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25E120FE-25D1-DA04-6040-D63858E1F19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05598" y="2905477"/>
            <a:ext cx="6380803" cy="35873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45555409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454BCE1-6561-7B3B-C262-1C033D2C07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2" name="Imagem 51">
            <a:extLst>
              <a:ext uri="{FF2B5EF4-FFF2-40B4-BE49-F238E27FC236}">
                <a16:creationId xmlns:a16="http://schemas.microsoft.com/office/drawing/2014/main" id="{0149D1F9-7447-37D4-030E-AC34B3997EA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1344" y="4191810"/>
            <a:ext cx="5679140" cy="2399393"/>
          </a:xfrm>
          <a:prstGeom prst="rect">
            <a:avLst/>
          </a:prstGeom>
        </p:spPr>
      </p:pic>
      <p:pic>
        <p:nvPicPr>
          <p:cNvPr id="47" name="Imagem 46">
            <a:extLst>
              <a:ext uri="{FF2B5EF4-FFF2-40B4-BE49-F238E27FC236}">
                <a16:creationId xmlns:a16="http://schemas.microsoft.com/office/drawing/2014/main" id="{97CDC227-1353-4365-A3D7-56D8A3D94AE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61656" y="1764319"/>
            <a:ext cx="4287394" cy="4412644"/>
          </a:xfrm>
          <a:prstGeom prst="rect">
            <a:avLst/>
          </a:prstGeom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5D7E01FD-DD80-346C-9D38-4E0C8FC505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RESULTADOS</a:t>
            </a:r>
          </a:p>
        </p:txBody>
      </p:sp>
      <p:pic>
        <p:nvPicPr>
          <p:cNvPr id="9" name="Imagem 8">
            <a:extLst>
              <a:ext uri="{FF2B5EF4-FFF2-40B4-BE49-F238E27FC236}">
                <a16:creationId xmlns:a16="http://schemas.microsoft.com/office/drawing/2014/main" id="{52FC2A07-7279-7172-3AD7-CC3FF4875215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1458" t="71631" r="38477" b="24916"/>
          <a:stretch>
            <a:fillRect/>
          </a:stretch>
        </p:blipFill>
        <p:spPr>
          <a:xfrm>
            <a:off x="1" y="1326022"/>
            <a:ext cx="7745506" cy="364666"/>
          </a:xfrm>
          <a:prstGeom prst="rect">
            <a:avLst/>
          </a:prstGeom>
        </p:spPr>
      </p:pic>
      <p:sp>
        <p:nvSpPr>
          <p:cNvPr id="11" name="CaixaDeTexto 10">
            <a:extLst>
              <a:ext uri="{FF2B5EF4-FFF2-40B4-BE49-F238E27FC236}">
                <a16:creationId xmlns:a16="http://schemas.microsoft.com/office/drawing/2014/main" id="{7C3C489A-641D-DBA0-D13B-DDD8AD4C134D}"/>
              </a:ext>
            </a:extLst>
          </p:cNvPr>
          <p:cNvSpPr txBox="1"/>
          <p:nvPr/>
        </p:nvSpPr>
        <p:spPr>
          <a:xfrm>
            <a:off x="838200" y="1321356"/>
            <a:ext cx="471334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>
                <a:solidFill>
                  <a:schemeClr val="bg2"/>
                </a:solidFill>
              </a:rPr>
              <a:t>GOVERNANÇA DE RISCOS E SEGURANÇA LÓGICA</a:t>
            </a:r>
          </a:p>
        </p:txBody>
      </p:sp>
      <p:sp>
        <p:nvSpPr>
          <p:cNvPr id="12" name="Espaço Reservado para Conteúdo 11">
            <a:extLst>
              <a:ext uri="{FF2B5EF4-FFF2-40B4-BE49-F238E27FC236}">
                <a16:creationId xmlns:a16="http://schemas.microsoft.com/office/drawing/2014/main" id="{7CC332B2-1853-6BD1-E4CA-E4423F8BA9D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5679140" cy="4351338"/>
          </a:xfrm>
        </p:spPr>
        <p:txBody>
          <a:bodyPr/>
          <a:lstStyle/>
          <a:p>
            <a:pPr>
              <a:buFont typeface="Wingdings" panose="05000000000000000000" pitchFamily="2" charset="2"/>
              <a:buChar char="§"/>
            </a:pPr>
            <a:r>
              <a:rPr lang="pt-BR" dirty="0"/>
              <a:t>170 RF + </a:t>
            </a:r>
            <a:r>
              <a:rPr lang="pt-BR" dirty="0" err="1"/>
              <a:t>RNFs</a:t>
            </a:r>
            <a:r>
              <a:rPr lang="pt-BR" dirty="0"/>
              <a:t> Implementadas &amp; Documentadas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pt-BR" dirty="0"/>
              <a:t>139 com </a:t>
            </a:r>
            <a:r>
              <a:rPr lang="pt-BR" dirty="0" err="1"/>
              <a:t>sub-requisitos</a:t>
            </a:r>
            <a:r>
              <a:rPr lang="pt-BR" dirty="0"/>
              <a:t> </a:t>
            </a:r>
            <a:r>
              <a:rPr lang="pt-BR" dirty="0" err="1"/>
              <a:t>RFs</a:t>
            </a:r>
            <a:r>
              <a:rPr lang="pt-BR" dirty="0"/>
              <a:t> (26)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pt-BR" dirty="0"/>
              <a:t>31 com </a:t>
            </a:r>
            <a:r>
              <a:rPr lang="pt-BR" dirty="0" err="1"/>
              <a:t>sub-requisitos</a:t>
            </a:r>
            <a:r>
              <a:rPr lang="pt-BR" dirty="0"/>
              <a:t> </a:t>
            </a:r>
            <a:r>
              <a:rPr lang="pt-BR" dirty="0" err="1"/>
              <a:t>RNFs</a:t>
            </a:r>
            <a:r>
              <a:rPr lang="pt-BR" dirty="0"/>
              <a:t> (23)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pt-BR" dirty="0"/>
              <a:t>Auditabilidade em duas vias</a:t>
            </a:r>
          </a:p>
          <a:p>
            <a:pPr>
              <a:buFont typeface="Wingdings" panose="05000000000000000000" pitchFamily="2" charset="2"/>
              <a:buChar char="§"/>
            </a:pPr>
            <a:endParaRPr lang="pt-BR" dirty="0"/>
          </a:p>
        </p:txBody>
      </p:sp>
      <p:cxnSp>
        <p:nvCxnSpPr>
          <p:cNvPr id="23" name="Conector reto 22">
            <a:extLst>
              <a:ext uri="{FF2B5EF4-FFF2-40B4-BE49-F238E27FC236}">
                <a16:creationId xmlns:a16="http://schemas.microsoft.com/office/drawing/2014/main" id="{C3CF35CB-C7D4-47B4-F8E0-8DCE150CCD92}"/>
              </a:ext>
            </a:extLst>
          </p:cNvPr>
          <p:cNvCxnSpPr>
            <a:cxnSpLocks/>
          </p:cNvCxnSpPr>
          <p:nvPr/>
        </p:nvCxnSpPr>
        <p:spPr>
          <a:xfrm flipH="1">
            <a:off x="8815669" y="3400985"/>
            <a:ext cx="1452281" cy="0"/>
          </a:xfrm>
          <a:prstGeom prst="line">
            <a:avLst/>
          </a:prstGeom>
          <a:ln w="28575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Retângulo 25">
            <a:extLst>
              <a:ext uri="{FF2B5EF4-FFF2-40B4-BE49-F238E27FC236}">
                <a16:creationId xmlns:a16="http://schemas.microsoft.com/office/drawing/2014/main" id="{012925F4-45CC-9586-79CE-459BE9192C3C}"/>
              </a:ext>
            </a:extLst>
          </p:cNvPr>
          <p:cNvSpPr/>
          <p:nvPr/>
        </p:nvSpPr>
        <p:spPr>
          <a:xfrm>
            <a:off x="2958353" y="4303059"/>
            <a:ext cx="1380565" cy="233082"/>
          </a:xfrm>
          <a:prstGeom prst="rect">
            <a:avLst/>
          </a:prstGeom>
          <a:noFill/>
          <a:ln w="38100"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cxnSp>
        <p:nvCxnSpPr>
          <p:cNvPr id="29" name="Conector reto 28">
            <a:extLst>
              <a:ext uri="{FF2B5EF4-FFF2-40B4-BE49-F238E27FC236}">
                <a16:creationId xmlns:a16="http://schemas.microsoft.com/office/drawing/2014/main" id="{D535E8A4-4132-4D69-C46F-4020BEDA5B50}"/>
              </a:ext>
            </a:extLst>
          </p:cNvPr>
          <p:cNvCxnSpPr>
            <a:cxnSpLocks/>
          </p:cNvCxnSpPr>
          <p:nvPr/>
        </p:nvCxnSpPr>
        <p:spPr>
          <a:xfrm flipH="1">
            <a:off x="1156448" y="4787156"/>
            <a:ext cx="1452281" cy="0"/>
          </a:xfrm>
          <a:prstGeom prst="line">
            <a:avLst/>
          </a:prstGeom>
          <a:ln w="28575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Conector: Angulado 30">
            <a:extLst>
              <a:ext uri="{FF2B5EF4-FFF2-40B4-BE49-F238E27FC236}">
                <a16:creationId xmlns:a16="http://schemas.microsoft.com/office/drawing/2014/main" id="{7FFDF610-9E1B-CE6F-DE7D-60B217689CB0}"/>
              </a:ext>
            </a:extLst>
          </p:cNvPr>
          <p:cNvCxnSpPr>
            <a:cxnSpLocks/>
            <a:endCxn id="26" idx="3"/>
          </p:cNvCxnSpPr>
          <p:nvPr/>
        </p:nvCxnSpPr>
        <p:spPr>
          <a:xfrm rot="10800000" flipV="1">
            <a:off x="4338918" y="3400984"/>
            <a:ext cx="4462182" cy="1018615"/>
          </a:xfrm>
          <a:prstGeom prst="bentConnector3">
            <a:avLst>
              <a:gd name="adj1" fmla="val 43596"/>
            </a:avLst>
          </a:prstGeom>
          <a:ln w="28575">
            <a:solidFill>
              <a:schemeClr val="accent2"/>
            </a:solidFill>
            <a:prstDash val="dash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Conector: Angulado 42">
            <a:extLst>
              <a:ext uri="{FF2B5EF4-FFF2-40B4-BE49-F238E27FC236}">
                <a16:creationId xmlns:a16="http://schemas.microsoft.com/office/drawing/2014/main" id="{700ABDC5-A932-90CA-F114-61E4C97C99A9}"/>
              </a:ext>
            </a:extLst>
          </p:cNvPr>
          <p:cNvCxnSpPr>
            <a:cxnSpLocks/>
            <a:endCxn id="26" idx="1"/>
          </p:cNvCxnSpPr>
          <p:nvPr/>
        </p:nvCxnSpPr>
        <p:spPr>
          <a:xfrm flipV="1">
            <a:off x="1156448" y="4419600"/>
            <a:ext cx="1801905" cy="367556"/>
          </a:xfrm>
          <a:prstGeom prst="bentConnector3">
            <a:avLst>
              <a:gd name="adj1" fmla="val -8209"/>
            </a:avLst>
          </a:prstGeom>
          <a:ln w="28575">
            <a:solidFill>
              <a:schemeClr val="accent2"/>
            </a:solidFill>
            <a:prstDash val="dashDot"/>
            <a:headEnd type="triangl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3831123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" grpId="0" animBg="1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F1D7D1-6A73-CFAF-C31F-8ACC8F8F96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Imagem 16">
            <a:extLst>
              <a:ext uri="{FF2B5EF4-FFF2-40B4-BE49-F238E27FC236}">
                <a16:creationId xmlns:a16="http://schemas.microsoft.com/office/drawing/2014/main" id="{E131AEE4-371A-59C8-BBD8-FFCBAC2927CA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45876"/>
          <a:stretch>
            <a:fillRect/>
          </a:stretch>
        </p:blipFill>
        <p:spPr>
          <a:xfrm>
            <a:off x="0" y="1570598"/>
            <a:ext cx="12192000" cy="3700649"/>
          </a:xfrm>
          <a:prstGeom prst="rect">
            <a:avLst/>
          </a:prstGeom>
        </p:spPr>
      </p:pic>
      <p:sp>
        <p:nvSpPr>
          <p:cNvPr id="18" name="Título 3">
            <a:extLst>
              <a:ext uri="{FF2B5EF4-FFF2-40B4-BE49-F238E27FC236}">
                <a16:creationId xmlns:a16="http://schemas.microsoft.com/office/drawing/2014/main" id="{08EC96D9-1B1D-4A33-1A9E-7F0CC4636352}"/>
              </a:ext>
            </a:extLst>
          </p:cNvPr>
          <p:cNvSpPr txBox="1">
            <a:spLocks/>
          </p:cNvSpPr>
          <p:nvPr/>
        </p:nvSpPr>
        <p:spPr bwMode="auto"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5pPr>
            <a:lvl6pPr marL="4572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6pPr>
            <a:lvl7pPr marL="9144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7pPr>
            <a:lvl8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8pPr>
            <a:lvl9pPr marL="1828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9pPr>
          </a:lstStyle>
          <a:p>
            <a:pPr eaLnBrk="1" hangingPunct="1"/>
            <a:r>
              <a:rPr lang="pt-BR" dirty="0">
                <a:solidFill>
                  <a:schemeClr val="bg2"/>
                </a:solidFill>
              </a:rPr>
              <a:t>CONCLUSÕES</a:t>
            </a:r>
          </a:p>
        </p:txBody>
      </p:sp>
      <p:sp>
        <p:nvSpPr>
          <p:cNvPr id="19" name="Subtítulo 4">
            <a:extLst>
              <a:ext uri="{FF2B5EF4-FFF2-40B4-BE49-F238E27FC236}">
                <a16:creationId xmlns:a16="http://schemas.microsoft.com/office/drawing/2014/main" id="{4D7FA67D-7DF8-8DF3-9681-636C45BEE10F}"/>
              </a:ext>
            </a:extLst>
          </p:cNvPr>
          <p:cNvSpPr txBox="1">
            <a:spLocks/>
          </p:cNvSpPr>
          <p:nvPr/>
        </p:nvSpPr>
        <p:spPr bwMode="auto"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rmAutofit/>
          </a:bodyPr>
          <a:lstStyle>
            <a:lvl1pPr marL="228600" indent="-228600" algn="l" rtl="0" fontAlgn="base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rtl="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eaLnBrk="1" hangingPunct="1">
              <a:buFont typeface="Wingdings" panose="05000000000000000000" pitchFamily="2" charset="2"/>
              <a:buChar char="§"/>
            </a:pPr>
            <a:r>
              <a:rPr lang="pt-BR" sz="1000" dirty="0">
                <a:solidFill>
                  <a:schemeClr val="bg2"/>
                </a:solidFill>
              </a:rPr>
              <a:t>TRABALHOS FUTUROS</a:t>
            </a:r>
          </a:p>
          <a:p>
            <a:pPr eaLnBrk="1" hangingPunct="1">
              <a:buFont typeface="Wingdings" panose="05000000000000000000" pitchFamily="2" charset="2"/>
              <a:buChar char="§"/>
            </a:pPr>
            <a:endParaRPr lang="pt-BR" sz="1000" dirty="0">
              <a:solidFill>
                <a:schemeClr val="bg2"/>
              </a:solidFill>
            </a:endParaRPr>
          </a:p>
          <a:p>
            <a:pPr eaLnBrk="1" hangingPunct="1">
              <a:buFont typeface="Wingdings" panose="05000000000000000000" pitchFamily="2" charset="2"/>
              <a:buChar char="§"/>
            </a:pP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8654032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1D5271-0A90-D424-8758-63E62626EB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A537843-B250-55DA-714A-A5414607DD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CONCLUSÕES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A065AB56-9C22-062A-223F-4EFF7694661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179424" cy="4351338"/>
          </a:xfrm>
        </p:spPr>
        <p:txBody>
          <a:bodyPr/>
          <a:lstStyle/>
          <a:p>
            <a:pPr>
              <a:buFont typeface="Wingdings" panose="05000000000000000000" pitchFamily="2" charset="2"/>
              <a:buChar char="§"/>
            </a:pPr>
            <a:r>
              <a:rPr lang="pt-BR" dirty="0"/>
              <a:t>Sistematização e estabilidade do planejamento sem processo padrão do processo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pt-BR" dirty="0"/>
              <a:t>Redução de 99% no tempo de criação de um cronograma para uma customização em alta densidade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pt-BR" dirty="0"/>
              <a:t>Auditabilidade da ferramenta, do processo e do resultado</a:t>
            </a:r>
          </a:p>
          <a:p>
            <a:pPr>
              <a:buFont typeface="Wingdings" panose="05000000000000000000" pitchFamily="2" charset="2"/>
              <a:buChar char="§"/>
            </a:pP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4016025953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5E5719-3781-D61E-289E-A741359C21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0763BDD-ADC1-2E8F-971C-01F2498412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CONCLUSÕES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0022A248-A82C-B11C-2DEC-6045220DEF0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6907307" cy="4351338"/>
          </a:xfrm>
        </p:spPr>
        <p:txBody>
          <a:bodyPr/>
          <a:lstStyle/>
          <a:p>
            <a:pPr>
              <a:buFont typeface="Wingdings" panose="05000000000000000000" pitchFamily="2" charset="2"/>
              <a:buChar char="§"/>
            </a:pPr>
            <a:r>
              <a:rPr lang="pt-BR" dirty="0"/>
              <a:t>Integração com sistemas ERP/PLM para retroalimentação e ajuste preditivo do cronograma em andamento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pt-BR" dirty="0"/>
              <a:t>Calibração das </a:t>
            </a:r>
            <a:r>
              <a:rPr lang="pt-BR" dirty="0" err="1"/>
              <a:t>UTPs</a:t>
            </a:r>
            <a:r>
              <a:rPr lang="pt-BR" dirty="0"/>
              <a:t> utilizando histórico dos desvios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pt-BR" dirty="0"/>
              <a:t>Implementação de outros recursos como Curva S, integração com planilhas eletrônicas e aprimoramentos de UI/UX</a:t>
            </a:r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ED961D6C-5F99-0155-C764-C938F04133C9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458" t="71631" r="38477" b="24916"/>
          <a:stretch>
            <a:fillRect/>
          </a:stretch>
        </p:blipFill>
        <p:spPr>
          <a:xfrm>
            <a:off x="1" y="1326022"/>
            <a:ext cx="7745506" cy="364666"/>
          </a:xfrm>
          <a:prstGeom prst="rect">
            <a:avLst/>
          </a:prstGeom>
        </p:spPr>
      </p:pic>
      <p:sp>
        <p:nvSpPr>
          <p:cNvPr id="7" name="CaixaDeTexto 6">
            <a:extLst>
              <a:ext uri="{FF2B5EF4-FFF2-40B4-BE49-F238E27FC236}">
                <a16:creationId xmlns:a16="http://schemas.microsoft.com/office/drawing/2014/main" id="{A59FB5D0-2DEA-4D69-CCD5-C73ED113A0F2}"/>
              </a:ext>
            </a:extLst>
          </p:cNvPr>
          <p:cNvSpPr txBox="1"/>
          <p:nvPr/>
        </p:nvSpPr>
        <p:spPr>
          <a:xfrm>
            <a:off x="838200" y="1321356"/>
            <a:ext cx="225766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>
                <a:solidFill>
                  <a:schemeClr val="bg2"/>
                </a:solidFill>
              </a:rPr>
              <a:t>TRABALHOS FUTUROS</a:t>
            </a:r>
          </a:p>
        </p:txBody>
      </p:sp>
      <p:pic>
        <p:nvPicPr>
          <p:cNvPr id="8" name="Imagem 7" descr="Continuous improvement - Free business and finance icons">
            <a:extLst>
              <a:ext uri="{FF2B5EF4-FFF2-40B4-BE49-F238E27FC236}">
                <a16:creationId xmlns:a16="http://schemas.microsoft.com/office/drawing/2014/main" id="{C0A79BC7-BDAA-2176-C383-A25BDF6DE9C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28860" y="2052918"/>
            <a:ext cx="3224940" cy="32249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56584024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m 4">
            <a:extLst>
              <a:ext uri="{FF2B5EF4-FFF2-40B4-BE49-F238E27FC236}">
                <a16:creationId xmlns:a16="http://schemas.microsoft.com/office/drawing/2014/main" id="{A3D66784-7B1E-7E6B-8126-24B9B7BC3467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45876"/>
          <a:stretch>
            <a:fillRect/>
          </a:stretch>
        </p:blipFill>
        <p:spPr>
          <a:xfrm>
            <a:off x="0" y="1570598"/>
            <a:ext cx="12192000" cy="3700649"/>
          </a:xfrm>
          <a:prstGeom prst="rect">
            <a:avLst/>
          </a:prstGeom>
        </p:spPr>
      </p:pic>
      <p:sp>
        <p:nvSpPr>
          <p:cNvPr id="7" name="Título 3">
            <a:extLst>
              <a:ext uri="{FF2B5EF4-FFF2-40B4-BE49-F238E27FC236}">
                <a16:creationId xmlns:a16="http://schemas.microsoft.com/office/drawing/2014/main" id="{6946DDB7-2E38-BDBC-AAE5-BD924698EAA4}"/>
              </a:ext>
            </a:extLst>
          </p:cNvPr>
          <p:cNvSpPr txBox="1">
            <a:spLocks/>
          </p:cNvSpPr>
          <p:nvPr/>
        </p:nvSpPr>
        <p:spPr bwMode="auto"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5pPr>
            <a:lvl6pPr marL="4572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6pPr>
            <a:lvl7pPr marL="9144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7pPr>
            <a:lvl8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8pPr>
            <a:lvl9pPr marL="1828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9pPr>
          </a:lstStyle>
          <a:p>
            <a:pPr eaLnBrk="1" hangingPunct="1"/>
            <a:r>
              <a:rPr lang="pt-BR" dirty="0">
                <a:solidFill>
                  <a:schemeClr val="bg2"/>
                </a:solidFill>
              </a:rPr>
              <a:t>Comentários &amp; Discussões</a:t>
            </a:r>
          </a:p>
        </p:txBody>
      </p:sp>
    </p:spTree>
    <p:extLst>
      <p:ext uri="{BB962C8B-B14F-4D97-AF65-F5344CB8AC3E}">
        <p14:creationId xmlns:p14="http://schemas.microsoft.com/office/powerpoint/2010/main" val="3644893194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Personalizar design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08CFA7B293EDBE4DB98FBC161D82B39F" ma:contentTypeVersion="15" ma:contentTypeDescription="Crie um novo documento." ma:contentTypeScope="" ma:versionID="ed78836dbbd60ef5b47f46abba0ddc66">
  <xsd:schema xmlns:xsd="http://www.w3.org/2001/XMLSchema" xmlns:xs="http://www.w3.org/2001/XMLSchema" xmlns:p="http://schemas.microsoft.com/office/2006/metadata/properties" xmlns:ns2="2c89dc19-a755-4b1f-8ccb-ddc282e02978" xmlns:ns3="1e7d8aaf-77fb-4419-819f-502bcc31ffe3" targetNamespace="http://schemas.microsoft.com/office/2006/metadata/properties" ma:root="true" ma:fieldsID="f28b1225859e7fd7734d1009df438026" ns2:_="" ns3:_="">
    <xsd:import namespace="2c89dc19-a755-4b1f-8ccb-ddc282e02978"/>
    <xsd:import namespace="1e7d8aaf-77fb-4419-819f-502bcc31ffe3"/>
    <xsd:element name="properties">
      <xsd:complexType>
        <xsd:sequence>
          <xsd:element name="documentManagement">
            <xsd:complexType>
              <xsd:all>
                <xsd:element ref="ns2:SharedWithUsers" minOccurs="0"/>
                <xsd:element ref="ns2:SharedWithDetails" minOccurs="0"/>
                <xsd:element ref="ns3:MediaServiceMetadata" minOccurs="0"/>
                <xsd:element ref="ns3:MediaServiceFastMetadata" minOccurs="0"/>
                <xsd:element ref="ns3:MediaServiceDateTaken" minOccurs="0"/>
                <xsd:element ref="ns3:MediaLengthInSeconds" minOccurs="0"/>
                <xsd:element ref="ns3:lcf76f155ced4ddcb4097134ff3c332f" minOccurs="0"/>
                <xsd:element ref="ns2:TaxCatchAll" minOccurs="0"/>
                <xsd:element ref="ns3:MediaServiceOCR" minOccurs="0"/>
                <xsd:element ref="ns3:MediaServiceGenerationTime" minOccurs="0"/>
                <xsd:element ref="ns3:MediaServiceEventHashCode" minOccurs="0"/>
                <xsd:element ref="ns3:MediaServiceLocation" minOccurs="0"/>
                <xsd:element ref="ns3:MediaServiceObjectDetectorVersions" minOccurs="0"/>
                <xsd:element ref="ns3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c89dc19-a755-4b1f-8ccb-ddc282e02978" elementFormDefault="qualified">
    <xsd:import namespace="http://schemas.microsoft.com/office/2006/documentManagement/types"/>
    <xsd:import namespace="http://schemas.microsoft.com/office/infopath/2007/PartnerControls"/>
    <xsd:element name="SharedWithUsers" ma:index="8" nillable="true" ma:displayName="Compartilhado com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9" nillable="true" ma:displayName="Detalhes de Compartilhado Com" ma:internalName="SharedWithDetails" ma:readOnly="true">
      <xsd:simpleType>
        <xsd:restriction base="dms:Note">
          <xsd:maxLength value="255"/>
        </xsd:restriction>
      </xsd:simpleType>
    </xsd:element>
    <xsd:element name="TaxCatchAll" ma:index="16" nillable="true" ma:displayName="Taxonomy Catch All Column" ma:hidden="true" ma:list="{1b121cd5-3768-42a0-b312-b7830db9b9b1}" ma:internalName="TaxCatchAll" ma:showField="CatchAllData" ma:web="2c89dc19-a755-4b1f-8ccb-ddc282e02978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e7d8aaf-77fb-4419-819f-502bcc31ffe3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10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1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2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LengthInSeconds" ma:index="13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5" nillable="true" ma:taxonomy="true" ma:internalName="lcf76f155ced4ddcb4097134ff3c332f" ma:taxonomyFieldName="MediaServiceImageTags" ma:displayName="Marcações de imagem" ma:readOnly="false" ma:fieldId="{5cf76f15-5ced-4ddc-b409-7134ff3c332f}" ma:taxonomyMulti="true" ma:sspId="cf329bc3-ce7e-4e75-9c56-962f8f350e4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7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8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9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Location" ma:index="20" nillable="true" ma:displayName="Location" ma:indexed="true" ma:internalName="MediaServiceLocation" ma:readOnly="true">
      <xsd:simpleType>
        <xsd:restriction base="dms:Text"/>
      </xsd:simpleType>
    </xsd:element>
    <xsd:element name="MediaServiceObjectDetectorVersions" ma:index="2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2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ú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1e7d8aaf-77fb-4419-819f-502bcc31ffe3">
      <Terms xmlns="http://schemas.microsoft.com/office/infopath/2007/PartnerControls"/>
    </lcf76f155ced4ddcb4097134ff3c332f>
    <TaxCatchAll xmlns="2c89dc19-a755-4b1f-8ccb-ddc282e02978" xsi:nil="true"/>
  </documentManagement>
</p:properties>
</file>

<file path=customXml/itemProps1.xml><?xml version="1.0" encoding="utf-8"?>
<ds:datastoreItem xmlns:ds="http://schemas.openxmlformats.org/officeDocument/2006/customXml" ds:itemID="{35E43D43-768B-4037-BB07-231DDA2772F0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2c89dc19-a755-4b1f-8ccb-ddc282e02978"/>
    <ds:schemaRef ds:uri="1e7d8aaf-77fb-4419-819f-502bcc31ffe3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555DBCE5-0FAE-4B8C-8A8A-6EE5B61A622F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01A62DB6-902C-42C2-8D0F-84FB049FEE65}">
  <ds:schemaRefs>
    <ds:schemaRef ds:uri="http://schemas.microsoft.com/office/2006/metadata/properties"/>
    <ds:schemaRef ds:uri="http://schemas.microsoft.com/office/infopath/2007/PartnerControls"/>
    <ds:schemaRef ds:uri="1e7d8aaf-77fb-4419-819f-502bcc31ffe3"/>
    <ds:schemaRef ds:uri="2c89dc19-a755-4b1f-8ccb-ddc282e02978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9137</TotalTime>
  <Words>1389</Words>
  <Application>Microsoft Office PowerPoint</Application>
  <PresentationFormat>Widescreen</PresentationFormat>
  <Paragraphs>331</Paragraphs>
  <Slides>36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9</vt:i4>
      </vt:variant>
      <vt:variant>
        <vt:lpstr>Tema</vt:lpstr>
      </vt:variant>
      <vt:variant>
        <vt:i4>2</vt:i4>
      </vt:variant>
      <vt:variant>
        <vt:lpstr>Títulos de slides</vt:lpstr>
      </vt:variant>
      <vt:variant>
        <vt:i4>36</vt:i4>
      </vt:variant>
    </vt:vector>
  </HeadingPairs>
  <TitlesOfParts>
    <vt:vector size="47" baseType="lpstr">
      <vt:lpstr>Aptos</vt:lpstr>
      <vt:lpstr>Aptos Display</vt:lpstr>
      <vt:lpstr>Arial</vt:lpstr>
      <vt:lpstr>Calibri</vt:lpstr>
      <vt:lpstr>Calibri Light</vt:lpstr>
      <vt:lpstr>Cambria Math</vt:lpstr>
      <vt:lpstr>Poppins SemiBold</vt:lpstr>
      <vt:lpstr>Roboto</vt:lpstr>
      <vt:lpstr>Wingdings</vt:lpstr>
      <vt:lpstr>Tema do Office</vt:lpstr>
      <vt:lpstr>Personalizar design</vt:lpstr>
      <vt:lpstr>Tailoring Automatizado de Cronogramas: Um Artefato para Projetos CTO</vt:lpstr>
      <vt:lpstr>AGENDA</vt:lpstr>
      <vt:lpstr>INTRODUÇÃO</vt:lpstr>
      <vt:lpstr>INTRODUÇÃO</vt:lpstr>
      <vt:lpstr>INTRODUÇÃO</vt:lpstr>
      <vt:lpstr>INTRODUÇÃO</vt:lpstr>
      <vt:lpstr>OBJETIVO</vt:lpstr>
      <vt:lpstr>Apresentação do PowerPoint</vt:lpstr>
      <vt:lpstr>METODOLOGIA</vt:lpstr>
      <vt:lpstr>METODOLOGIA</vt:lpstr>
      <vt:lpstr>METODOLOGIA</vt:lpstr>
      <vt:lpstr>METODOLOGIA</vt:lpstr>
      <vt:lpstr>METODOLOGIA</vt:lpstr>
      <vt:lpstr>Apresentação do PowerPoint</vt:lpstr>
      <vt:lpstr>RESULTADOS</vt:lpstr>
      <vt:lpstr>RESULTADOS</vt:lpstr>
      <vt:lpstr>RESULTADOS</vt:lpstr>
      <vt:lpstr>RESULTADOS</vt:lpstr>
      <vt:lpstr>RESULTADOS</vt:lpstr>
      <vt:lpstr>RESULTADOS</vt:lpstr>
      <vt:lpstr>RESULTADOS</vt:lpstr>
      <vt:lpstr>RESULTADOS</vt:lpstr>
      <vt:lpstr>RESULTADOS</vt:lpstr>
      <vt:lpstr>RESULTADOS</vt:lpstr>
      <vt:lpstr>RESULTADOS</vt:lpstr>
      <vt:lpstr>RESULTADOS</vt:lpstr>
      <vt:lpstr>RESULTADOS</vt:lpstr>
      <vt:lpstr>RESULTADOS</vt:lpstr>
      <vt:lpstr>RESULTADOS</vt:lpstr>
      <vt:lpstr>RESULTADOS</vt:lpstr>
      <vt:lpstr>RESULTADOS</vt:lpstr>
      <vt:lpstr>RESULTADOS</vt:lpstr>
      <vt:lpstr>Apresentação do PowerPoint</vt:lpstr>
      <vt:lpstr>CONCLUSÕES</vt:lpstr>
      <vt:lpstr>CONCLUSÕES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Título do Trabalho de Conclusão de Curso</dc:title>
  <dc:creator>Nicole Dinardi</dc:creator>
  <cp:lastModifiedBy>Lisett Rocio Zamora Ortega</cp:lastModifiedBy>
  <cp:revision>4</cp:revision>
  <dcterms:created xsi:type="dcterms:W3CDTF">2023-09-28T12:56:17Z</dcterms:created>
  <dcterms:modified xsi:type="dcterms:W3CDTF">2026-07-08T15:44:57Z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0x01010008CFA7B293EDBE4DB98FBC161D82B39F</vt:lpwstr>
  </property>
</Properties>
</file>